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7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4" r:id="rId28"/>
    <p:sldId id="317" r:id="rId29"/>
    <p:sldId id="286" r:id="rId30"/>
    <p:sldId id="319" r:id="rId31"/>
    <p:sldId id="287" r:id="rId32"/>
    <p:sldId id="289" r:id="rId33"/>
    <p:sldId id="318" r:id="rId34"/>
    <p:sldId id="290" r:id="rId35"/>
    <p:sldId id="291" r:id="rId36"/>
    <p:sldId id="292" r:id="rId37"/>
    <p:sldId id="293" r:id="rId38"/>
    <p:sldId id="294" r:id="rId39"/>
    <p:sldId id="295" r:id="rId40"/>
    <p:sldId id="296" r:id="rId41"/>
  </p:sldIdLst>
  <p:sldSz cx="18288000" cy="10287000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0F2D8DA-7472-4704-A378-97B4AA9821E5}">
          <p14:sldIdLst/>
        </p14:section>
        <p14:section name="신규" id="{4C4E14C2-5114-47B1-A74C-50654F82D29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4"/>
            <p14:sldId id="317"/>
            <p14:sldId id="286"/>
            <p14:sldId id="319"/>
            <p14:sldId id="287"/>
            <p14:sldId id="289"/>
            <p14:sldId id="318"/>
            <p14:sldId id="290"/>
            <p14:sldId id="291"/>
            <p14:sldId id="292"/>
            <p14:sldId id="293"/>
            <p14:sldId id="294"/>
            <p14:sldId id="295"/>
            <p14:sldId id="2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847">
          <p15:clr>
            <a:srgbClr val="A4A3A4"/>
          </p15:clr>
        </p15:guide>
        <p15:guide id="2" orient="horz" pos="1608">
          <p15:clr>
            <a:srgbClr val="A4A3A4"/>
          </p15:clr>
        </p15:guide>
        <p15:guide id="3" orient="horz" pos="5976">
          <p15:clr>
            <a:srgbClr val="A4A3A4"/>
          </p15:clr>
        </p15:guide>
        <p15:guide id="4" orient="horz" pos="1512" userDrawn="1">
          <p15:clr>
            <a:srgbClr val="A4A3A4"/>
          </p15:clr>
        </p15:guide>
        <p15:guide id="5" pos="10944">
          <p15:clr>
            <a:srgbClr val="A4A3A4"/>
          </p15:clr>
        </p15:guide>
        <p15:guide id="6" pos="384" userDrawn="1">
          <p15:clr>
            <a:srgbClr val="A4A3A4"/>
          </p15:clr>
        </p15:guide>
        <p15:guide id="7" pos="11136">
          <p15:clr>
            <a:srgbClr val="A4A3A4"/>
          </p15:clr>
        </p15:guide>
        <p15:guide id="8" pos="5568">
          <p15:clr>
            <a:srgbClr val="A4A3A4"/>
          </p15:clr>
        </p15:guide>
        <p15:guide id="9" pos="5952">
          <p15:clr>
            <a:srgbClr val="A4A3A4"/>
          </p15:clr>
        </p15:guide>
        <p15:guide id="10" pos="575">
          <p15:clr>
            <a:srgbClr val="A4A3A4"/>
          </p15:clr>
        </p15:guide>
        <p15:guide id="11" pos="62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91" autoAdjust="0"/>
    <p:restoredTop sz="90341" autoAdjust="0"/>
  </p:normalViewPr>
  <p:slideViewPr>
    <p:cSldViewPr>
      <p:cViewPr varScale="1">
        <p:scale>
          <a:sx n="100" d="100"/>
          <a:sy n="100" d="100"/>
        </p:scale>
        <p:origin x="888" y="96"/>
      </p:cViewPr>
      <p:guideLst>
        <p:guide orient="horz" pos="1847"/>
        <p:guide orient="horz" pos="1608"/>
        <p:guide orient="horz" pos="5976"/>
        <p:guide orient="horz" pos="1512"/>
        <p:guide pos="10944"/>
        <p:guide pos="384"/>
        <p:guide pos="11136"/>
        <p:guide pos="5568"/>
        <p:guide pos="5952"/>
        <p:guide pos="575"/>
        <p:guide pos="62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7" rIns="99075" bIns="49537"/>
          <a:lstStyle>
            <a:lvl1pPr algn="l">
              <a:defRPr sz="1300">
                <a:latin typeface="Pretendard Variable"/>
                <a:ea typeface="Pretendard Variable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7" rIns="99075" bIns="49537"/>
          <a:lstStyle>
            <a:lvl1pPr algn="r">
              <a:defRPr sz="1300">
                <a:latin typeface="Pretendard Variable"/>
                <a:ea typeface="Pretendard Variable"/>
              </a:defRPr>
            </a:lvl1pPr>
          </a:lstStyle>
          <a:p>
            <a:pPr lvl="0">
              <a:defRPr/>
            </a:pPr>
            <a:fld id="{EA6B1BE7-6CC2-411D-B70B-0DA7A987D80E}" type="datetime1">
              <a:rPr lang="ko-KR" altLang="en-US"/>
              <a:pPr lvl="0">
                <a:defRPr/>
              </a:pPr>
              <a:t>2026-04-25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7" rIns="99075" bIns="49537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7" rIns="99075" bIns="49537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7" rIns="99075" bIns="49537" anchor="b"/>
          <a:lstStyle>
            <a:lvl1pPr algn="l">
              <a:defRPr sz="1300">
                <a:latin typeface="Pretendard Variable"/>
                <a:ea typeface="Pretendard Variable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7" rIns="99075" bIns="49537" anchor="b"/>
          <a:lstStyle>
            <a:lvl1pPr algn="r">
              <a:defRPr sz="1300">
                <a:latin typeface="Pretendard Variable"/>
                <a:ea typeface="Pretendard Variable"/>
              </a:defRPr>
            </a:lvl1pPr>
          </a:lstStyle>
          <a:p>
            <a:pPr lvl="0">
              <a:defRPr/>
            </a:pPr>
            <a:fld id="{79884614-70F4-40E8-A494-C599CB36BDA9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Pretendard Variable"/>
        <a:ea typeface="Pretendard Variable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9884614-70F4-40E8-A494-C599CB36BDA9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90752">
              <a:defRPr/>
            </a:pPr>
            <a:r>
              <a:rPr lang="ko-KR" altLang="en-US"/>
              <a:t>구조설명 단순</a:t>
            </a:r>
            <a:r>
              <a:rPr lang="en-US" altLang="ko-KR"/>
              <a:t>, </a:t>
            </a:r>
            <a:r>
              <a:rPr lang="ko-KR" altLang="en-US"/>
              <a:t>정적 웹 자원과 백엔드 </a:t>
            </a:r>
            <a:r>
              <a:rPr lang="en-US" altLang="ko-KR"/>
              <a:t>api </a:t>
            </a:r>
            <a:r>
              <a:rPr lang="ko-KR" altLang="en-US"/>
              <a:t>프록시를 단순</a:t>
            </a:r>
            <a:r>
              <a:rPr lang="en-US" altLang="ko-KR"/>
              <a:t>, </a:t>
            </a:r>
            <a:r>
              <a:rPr lang="ko-KR" altLang="en-US"/>
              <a:t>안정적 구성위해 사용</a:t>
            </a:r>
            <a:r>
              <a:rPr lang="en-US" altLang="ko-KR"/>
              <a:t>)</a:t>
            </a:r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9884614-70F4-40E8-A494-C599CB36BDA9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9884614-70F4-40E8-A494-C599CB36BDA9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9884614-70F4-40E8-A494-C599CB36BDA9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9884614-70F4-40E8-A494-C599CB36BDA9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9884614-70F4-40E8-A494-C599CB36BDA9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9884614-70F4-40E8-A494-C599CB36BDA9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9884614-70F4-40E8-A494-C599CB36BDA9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9884614-70F4-40E8-A494-C599CB36BDA9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9884614-70F4-40E8-A494-C599CB36BDA9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C39B2-4CE1-5D8F-9AA7-4A503D2AE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4AE59C-6450-81FC-8BE8-948366B8BD7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91A3AA-424F-0F68-1708-AC853AF5C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0B8D4A-1458-21F5-EDCD-6EA544FE2B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9884614-70F4-40E8-A494-C599CB36BDA9}" type="slidenum">
              <a:rPr lang="en-US" altLang="en-US"/>
              <a:pPr lvl="0"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33689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9884614-70F4-40E8-A494-C599CB36BDA9}" type="slidenum">
              <a:rPr lang="en-US" altLang="en-US"/>
              <a:pPr lvl="0">
                <a:defRPr/>
              </a:pPr>
              <a:t>29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3F66A-1A64-082C-6335-85D2E55A7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418B7C-EC18-016E-8E0F-4B265E8FE03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5C4DCD-D1A1-B7BC-7458-135F3E23D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15BD37-F8B8-DD6F-73CA-798147E55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9884614-70F4-40E8-A494-C599CB36BDA9}" type="slidenum">
              <a:rPr lang="en-US" altLang="en-US"/>
              <a:pPr lvl="0"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26043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9884614-70F4-40E8-A494-C599CB36BDA9}" type="slidenum">
              <a:rPr lang="en-US" altLang="en-US"/>
              <a:pPr lvl="0">
                <a:defRPr/>
              </a:pPr>
              <a:t>31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9884614-70F4-40E8-A494-C599CB36BDA9}" type="slidenum">
              <a:rPr lang="en-US" altLang="en-US"/>
              <a:pPr lvl="0">
                <a:defRPr/>
              </a:pPr>
              <a:t>32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4BACC-7E68-DEAB-6C19-3416ABDEF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6EE38B-07A6-DA72-40B3-0E735814912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1205E0-2D0B-B091-0221-FDC76C5D6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6550AE-6940-B9D0-C5C6-817E311F80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9884614-70F4-40E8-A494-C599CB36BDA9}" type="slidenum">
              <a:rPr lang="en-US" altLang="en-US"/>
              <a:pPr lvl="0"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70958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9884614-70F4-40E8-A494-C599CB36BDA9}" type="slidenum">
              <a:rPr lang="en-US" altLang="en-US"/>
              <a:pPr lvl="0">
                <a:defRPr/>
              </a:pPr>
              <a:t>34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9884614-70F4-40E8-A494-C599CB36BDA9}" type="slidenum">
              <a:rPr lang="en-US" altLang="en-US"/>
              <a:pPr lvl="0">
                <a:defRPr/>
              </a:pPr>
              <a:t>35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9884614-70F4-40E8-A494-C599CB36BDA9}" type="slidenum">
              <a:rPr lang="en-US" altLang="en-US"/>
              <a:pPr lvl="0">
                <a:defRPr/>
              </a:pPr>
              <a:t>36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9884614-70F4-40E8-A494-C599CB36BDA9}" type="slidenum">
              <a:rPr lang="ko-KR" altLang="en-US" smtClean="0"/>
              <a:pPr lvl="0">
                <a:defRPr/>
              </a:pPr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4273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solidFill>
          <a:srgbClr val="1F37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19D38EB7-EC30-5A23-F97C-D55C9FDADF8F}"/>
              </a:ext>
            </a:extLst>
          </p:cNvPr>
          <p:cNvSpPr/>
          <p:nvPr userDrawn="1"/>
        </p:nvSpPr>
        <p:spPr>
          <a:xfrm>
            <a:off x="14844032" y="8258175"/>
            <a:ext cx="2445657" cy="1076325"/>
          </a:xfrm>
          <a:prstGeom prst="rect">
            <a:avLst/>
          </a:prstGeom>
          <a:pattFill prst="wdUpDiag">
            <a:fgClr>
              <a:srgbClr val="FFFFFF"/>
            </a:fgClr>
            <a:bgClr>
              <a:srgbClr val="1F375D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E620891-F08C-99EA-E1F0-039751F2BE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8311" y="3352800"/>
            <a:ext cx="13816239" cy="1752600"/>
          </a:xfrm>
          <a:prstGeom prst="rect">
            <a:avLst/>
          </a:prstGeom>
        </p:spPr>
        <p:txBody>
          <a:bodyPr anchor="b"/>
          <a:lstStyle>
            <a:lvl1pPr algn="ctr">
              <a:defRPr lang="ko-KR" altLang="en-US" sz="5400" b="0" i="0" u="none" strike="noStrike" kern="1200" spc="-100" dirty="0">
                <a:solidFill>
                  <a:srgbClr val="FFFFFF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+mn-cs"/>
              </a:defRPr>
            </a:lvl1pPr>
          </a:lstStyle>
          <a:p>
            <a:pPr marL="0" lvl="0" algn="l" defTabSz="914400" rtl="0" eaLnBrk="1" latinLnBrk="0" hangingPunct="1">
              <a:lnSpc>
                <a:spcPct val="99600"/>
              </a:lnSpc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2D9E8E-BBFE-E484-5CE7-9BD35D6D10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6000" y="9534525"/>
            <a:ext cx="4114800" cy="5476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1pPr>
          </a:lstStyle>
          <a:p>
            <a:fld id="{D5930900-201B-4D90-AFE1-6BB9416E72F5}" type="datetime1">
              <a:rPr lang="ko-KR" altLang="en-US" smtClean="0"/>
              <a:t>2026-04-25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D98C67-56F2-5BF1-9F28-A27AC32DE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205A053-46DC-7085-826D-99EC28A74C45}"/>
              </a:ext>
            </a:extLst>
          </p:cNvPr>
          <p:cNvCxnSpPr/>
          <p:nvPr userDrawn="1"/>
        </p:nvCxnSpPr>
        <p:spPr>
          <a:xfrm>
            <a:off x="0" y="8267700"/>
            <a:ext cx="1828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A89DD421-B3D8-5A93-9311-199E612DFC8A}"/>
              </a:ext>
            </a:extLst>
          </p:cNvPr>
          <p:cNvCxnSpPr/>
          <p:nvPr userDrawn="1"/>
        </p:nvCxnSpPr>
        <p:spPr>
          <a:xfrm>
            <a:off x="0" y="9329057"/>
            <a:ext cx="1828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62CA4F87-D5AB-5808-873B-C0AD33F9D6DD}"/>
              </a:ext>
            </a:extLst>
          </p:cNvPr>
          <p:cNvCxnSpPr>
            <a:cxnSpLocks/>
          </p:cNvCxnSpPr>
          <p:nvPr userDrawn="1"/>
        </p:nvCxnSpPr>
        <p:spPr>
          <a:xfrm flipH="1">
            <a:off x="17289689" y="0"/>
            <a:ext cx="7711" cy="10287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11F813FE-0F96-0E92-3764-492731CA5F5A}"/>
              </a:ext>
            </a:extLst>
          </p:cNvPr>
          <p:cNvCxnSpPr>
            <a:cxnSpLocks/>
          </p:cNvCxnSpPr>
          <p:nvPr userDrawn="1"/>
        </p:nvCxnSpPr>
        <p:spPr>
          <a:xfrm flipH="1">
            <a:off x="14844032" y="0"/>
            <a:ext cx="7711" cy="10287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7462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24" userDrawn="1">
          <p15:clr>
            <a:srgbClr val="FBAE40"/>
          </p15:clr>
        </p15:guide>
        <p15:guide id="2" pos="10896" userDrawn="1">
          <p15:clr>
            <a:srgbClr val="FBAE40"/>
          </p15:clr>
        </p15:guide>
        <p15:guide id="3" orient="horz" pos="5208" userDrawn="1">
          <p15:clr>
            <a:srgbClr val="FBAE40"/>
          </p15:clr>
        </p15:guide>
        <p15:guide id="4" orient="horz" pos="5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981875-90B9-69DC-97C0-4810D92CF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350" y="1076325"/>
            <a:ext cx="16910050" cy="1073150"/>
          </a:xfrm>
          <a:prstGeom prst="rect">
            <a:avLst/>
          </a:prstGeom>
        </p:spPr>
        <p:txBody>
          <a:bodyPr anchor="ctr"/>
          <a:lstStyle>
            <a:lvl1pPr>
              <a:defRPr lang="ko-KR" altLang="en-US" sz="6000" b="0" i="0" u="none" strike="noStrike" kern="1200" dirty="0">
                <a:solidFill>
                  <a:srgbClr val="1F375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+mn-cs"/>
              </a:defRPr>
            </a:lvl1pPr>
          </a:lstStyle>
          <a:p>
            <a:pPr marL="0" lvl="0" algn="l" defTabSz="914400" rtl="0" eaLnBrk="1" latinLnBrk="0" hangingPunct="1">
              <a:lnSpc>
                <a:spcPct val="99600"/>
              </a:lnSpc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89070B-5F01-878A-0EA8-9A266E75B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982496"/>
            <a:ext cx="16459200" cy="6228179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1pPr>
            <a:lvl2pPr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2pPr>
            <a:lvl3pPr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3pPr>
            <a:lvl4pPr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4pPr>
            <a:lvl5pPr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C95893-672D-6826-E86C-D7BD57C867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9534525"/>
            <a:ext cx="4762500" cy="547688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1pPr>
          </a:lstStyle>
          <a:p>
            <a:fld id="{75105839-7321-47F9-A9DF-C53C5BB67B57}" type="datetime1">
              <a:rPr lang="ko-KR" altLang="en-US" smtClean="0"/>
              <a:t>2026-04-25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EB0108-20A9-C3BD-B2E6-DAC2075FD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>
            <a:lvl1pPr algn="ctr"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F0D6A6-113C-AA1C-9FEE-9688C3BE7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915900" y="9534525"/>
            <a:ext cx="4762500" cy="547688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1pPr>
          </a:lstStyle>
          <a:p>
            <a:fld id="{DF55DB11-7331-4A71-B882-1AEAEEE59EE0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 dirty="0"/>
              <a:t>/40</a:t>
            </a:r>
            <a:endParaRPr lang="ko-KR" alt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4C680E6-8F86-3B0E-195E-062D3334D3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64770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205F4DE1-9591-E83E-7C7D-E86E00791757}"/>
              </a:ext>
            </a:extLst>
          </p:cNvPr>
          <p:cNvSpPr/>
          <p:nvPr/>
        </p:nvSpPr>
        <p:spPr>
          <a:xfrm>
            <a:off x="609600" y="1076325"/>
            <a:ext cx="152400" cy="1066800"/>
          </a:xfrm>
          <a:prstGeom prst="rect">
            <a:avLst/>
          </a:prstGeom>
          <a:solidFill>
            <a:srgbClr val="1F37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0AEAFC3-C8EC-0FA4-8516-FBD1F167CA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7670689" y="0"/>
            <a:ext cx="7711" cy="10287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334060A-99CA-F5F5-E871-61799B922B02}"/>
              </a:ext>
            </a:extLst>
          </p:cNvPr>
          <p:cNvSpPr/>
          <p:nvPr userDrawn="1"/>
        </p:nvSpPr>
        <p:spPr>
          <a:xfrm>
            <a:off x="17678400" y="0"/>
            <a:ext cx="609600" cy="647700"/>
          </a:xfrm>
          <a:prstGeom prst="rect">
            <a:avLst/>
          </a:prstGeom>
          <a:pattFill prst="wdUpDiag">
            <a:fgClr>
              <a:srgbClr val="FFFFFF"/>
            </a:fgClr>
            <a:bgClr>
              <a:srgbClr val="1F375D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477DFCD7-6F26-A78F-E630-1491F8B9D920}"/>
              </a:ext>
            </a:extLst>
          </p:cNvPr>
          <p:cNvSpPr/>
          <p:nvPr userDrawn="1"/>
        </p:nvSpPr>
        <p:spPr>
          <a:xfrm>
            <a:off x="619124" y="2400300"/>
            <a:ext cx="17059276" cy="7086599"/>
          </a:xfrm>
          <a:prstGeom prst="roundRect">
            <a:avLst>
              <a:gd name="adj" fmla="val 0"/>
            </a:avLst>
          </a:prstGeom>
          <a:noFill/>
          <a:ln>
            <a:solidFill>
              <a:srgbClr val="1F37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A9B07BD0-C1B9-3673-D450-68AD4E64DF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2537511"/>
            <a:ext cx="16459200" cy="307776"/>
          </a:xfrm>
          <a:prstGeom prst="rect">
            <a:avLst/>
          </a:prstGeom>
        </p:spPr>
        <p:txBody>
          <a:bodyPr/>
          <a:lstStyle>
            <a:lvl1pPr algn="l">
              <a:lnSpc>
                <a:spcPct val="99600"/>
              </a:lnSpc>
              <a:buNone/>
              <a:defRPr sz="200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defRPr>
            </a:lvl1pPr>
          </a:lstStyle>
          <a:p>
            <a:pPr algn="l">
              <a:lnSpc>
                <a:spcPct val="99600"/>
              </a:lnSpc>
            </a:pPr>
            <a:r>
              <a:rPr lang="ko-KR" altLang="en-US" sz="28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한 줄 요약</a:t>
            </a:r>
            <a:endParaRPr lang="en-US" altLang="ko-KR" sz="2800" b="0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46815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" userDrawn="1">
          <p15:clr>
            <a:srgbClr val="FBAE40"/>
          </p15:clr>
        </p15:guide>
        <p15:guide id="2" pos="1113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Pr>
        <a:solidFill>
          <a:srgbClr val="1F37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0AAE5B-7C98-12ED-F189-8BFDA77E1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2565400"/>
            <a:ext cx="15773400" cy="4278313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B06507-327B-F171-5430-89FA6C6B5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6951213"/>
            <a:ext cx="15773400" cy="78580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19C92E-376F-7EB0-BE83-34C9F95997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1pPr>
          </a:lstStyle>
          <a:p>
            <a:fld id="{745AA056-4273-47F2-91EC-F9C096AF1F61}" type="datetime1">
              <a:rPr lang="ko-KR" altLang="en-US" smtClean="0"/>
              <a:t>2026-04-25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9FDE0A-266B-3BA3-BDEE-D2F71EDB6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7939FB-5BC9-8205-732F-643D9C314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1pPr>
          </a:lstStyle>
          <a:p>
            <a:fld id="{D2E328A6-690D-4FFC-8B6B-22EB395B72EA}" type="slidenum">
              <a:rPr lang="ko-KR" altLang="en-US" smtClean="0"/>
              <a:pPr/>
              <a:t>‹#›</a:t>
            </a:fld>
            <a:r>
              <a:rPr lang="ko-KR" altLang="en-US" dirty="0"/>
              <a:t> </a:t>
            </a:r>
            <a:r>
              <a:rPr lang="en-US" altLang="ko-KR" dirty="0"/>
              <a:t>/40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759C519-0E5E-744B-C288-80318588ECE2}"/>
              </a:ext>
            </a:extLst>
          </p:cNvPr>
          <p:cNvSpPr/>
          <p:nvPr userDrawn="1"/>
        </p:nvSpPr>
        <p:spPr>
          <a:xfrm>
            <a:off x="14585043" y="8252732"/>
            <a:ext cx="2445657" cy="1076325"/>
          </a:xfrm>
          <a:prstGeom prst="rect">
            <a:avLst/>
          </a:prstGeom>
          <a:pattFill prst="wdUpDiag">
            <a:fgClr>
              <a:srgbClr val="FFFFFF"/>
            </a:fgClr>
            <a:bgClr>
              <a:srgbClr val="1F375D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C8CBFAB-E361-209E-8461-E6057B894556}"/>
              </a:ext>
            </a:extLst>
          </p:cNvPr>
          <p:cNvCxnSpPr/>
          <p:nvPr userDrawn="1"/>
        </p:nvCxnSpPr>
        <p:spPr>
          <a:xfrm>
            <a:off x="0" y="8267700"/>
            <a:ext cx="1828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CA84523-F6EF-9F13-60FE-35B6BE9AEF19}"/>
              </a:ext>
            </a:extLst>
          </p:cNvPr>
          <p:cNvCxnSpPr/>
          <p:nvPr userDrawn="1"/>
        </p:nvCxnSpPr>
        <p:spPr>
          <a:xfrm>
            <a:off x="0" y="9329057"/>
            <a:ext cx="1828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5114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0432FE-3E18-BFBB-4161-7BE028FC9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D966F1-262A-7887-D68C-A77B94E97A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810500" cy="6527800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1pPr>
            <a:lvl2pPr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2pPr>
            <a:lvl3pPr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3pPr>
            <a:lvl4pPr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4pPr>
            <a:lvl5pPr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41ADDA9-E054-3F98-64BB-12CCBF4DA9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20200" y="2738438"/>
            <a:ext cx="7810500" cy="6527800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1pPr>
            <a:lvl2pPr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2pPr>
            <a:lvl3pPr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3pPr>
            <a:lvl4pPr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4pPr>
            <a:lvl5pPr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F6FDBE-14B5-72D4-C23E-30268C2049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1pPr>
          </a:lstStyle>
          <a:p>
            <a:fld id="{33846BFE-1DB8-44B9-81C2-C66A748649C2}" type="datetime1">
              <a:rPr lang="ko-KR" altLang="en-US" smtClean="0"/>
              <a:t>2026-04-25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342DCD-725C-7BB8-A75E-0F2893EBD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>
            <a:lvl1pPr algn="ctr"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2A5B29-9348-FD46-5328-E21840E4D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1pPr>
          </a:lstStyle>
          <a:p>
            <a:fld id="{D2E328A6-690D-4FFC-8B6B-22EB395B72EA}" type="slidenum">
              <a:rPr lang="ko-KR" altLang="en-US" smtClean="0"/>
              <a:pPr/>
              <a:t>‹#›</a:t>
            </a:fld>
            <a:r>
              <a:rPr lang="en-US" altLang="ko-KR" dirty="0"/>
              <a:t> /40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8552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83CF45-FF66-9237-66C1-634C07512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475" y="547688"/>
            <a:ext cx="15773400" cy="1989137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E2F38B-722D-C083-4805-B809EE955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0475" y="2522538"/>
            <a:ext cx="7735888" cy="12350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0C498E-5EE6-B400-3403-E65F19E58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60475" y="3757613"/>
            <a:ext cx="7735888" cy="5527675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1pPr>
            <a:lvl2pPr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2pPr>
            <a:lvl3pPr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3pPr>
            <a:lvl4pPr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4pPr>
            <a:lvl5pPr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CB8E0BD-3F8E-F5B8-3ED9-965A37BD5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2538"/>
            <a:ext cx="7775575" cy="12350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A7276C9-246D-E926-C57A-34DBE18831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5575" cy="5527675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1pPr>
            <a:lvl2pPr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2pPr>
            <a:lvl3pPr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3pPr>
            <a:lvl4pPr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4pPr>
            <a:lvl5pPr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076F8CF-2A0F-24CA-F7E9-7E9C00ED21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1pPr>
          </a:lstStyle>
          <a:p>
            <a:fld id="{D5A3DF07-6220-4324-958B-A0A688CC7A41}" type="datetime1">
              <a:rPr lang="ko-KR" altLang="en-US" smtClean="0"/>
              <a:t>2026-04-25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8A3B974-2B2A-4E1E-7198-51313509B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>
            <a:lvl1pPr algn="ctr"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16C2D70-2EE6-9490-4223-257040C2C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1pPr>
          </a:lstStyle>
          <a:p>
            <a:fld id="{D2E328A6-690D-4FFC-8B6B-22EB395B72EA}" type="slidenum">
              <a:rPr lang="ko-KR" altLang="en-US" smtClean="0"/>
              <a:pPr/>
              <a:t>‹#›</a:t>
            </a:fld>
            <a:r>
              <a:rPr lang="en-US" altLang="ko-KR" dirty="0"/>
              <a:t> /40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9447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1A7FA8-9A15-0408-8AAE-E1AC848B1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3D7EA18-B0A8-7740-3D2C-1774517D14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1pPr>
          </a:lstStyle>
          <a:p>
            <a:fld id="{152CAF8C-C4D5-40E8-B7D2-CBED2DDEF986}" type="datetime1">
              <a:rPr lang="ko-KR" altLang="en-US" smtClean="0"/>
              <a:t>2026-04-25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C737C5A-B7B4-2D09-F3C6-0A61314B3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>
            <a:lvl1pPr algn="ctr"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E4281D-79AF-DE20-9892-AD04EB481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1pPr>
          </a:lstStyle>
          <a:p>
            <a:fld id="{D2E328A6-690D-4FFC-8B6B-22EB395B72EA}" type="slidenum">
              <a:rPr lang="ko-KR" altLang="en-US" smtClean="0"/>
              <a:pPr/>
              <a:t>‹#›</a:t>
            </a:fld>
            <a:r>
              <a:rPr lang="en-US" altLang="ko-KR" dirty="0"/>
              <a:t> /40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315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71557DD-7B1D-697A-E6C3-8A97D6491C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/>
          <a:lstStyle>
            <a:lvl1pPr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1pPr>
          </a:lstStyle>
          <a:p>
            <a:fld id="{7364ABE0-67CE-4112-B335-00B7443FB3D6}" type="datetime1">
              <a:rPr lang="ko-KR" altLang="en-US" smtClean="0"/>
              <a:t>2026-04-25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351537B-1436-2595-20D4-027E8D92F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/>
          <a:lstStyle>
            <a:lvl1pPr algn="ctr">
              <a:defRPr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6BB38A-C2B1-AEC1-DE1E-33001909D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Pretendard Variable" panose="02000003000000020004" pitchFamily="2" charset="-127"/>
                <a:ea typeface="Pretendard Variable" panose="02000003000000020004" pitchFamily="2" charset="-127"/>
              </a:defRPr>
            </a:lvl1pPr>
          </a:lstStyle>
          <a:p>
            <a:fld id="{D2E328A6-690D-4FFC-8B6B-22EB395B72EA}" type="slidenum">
              <a:rPr lang="ko-KR" altLang="en-US" smtClean="0"/>
              <a:pPr/>
              <a:t>‹#›</a:t>
            </a:fld>
            <a:r>
              <a:rPr lang="en-US" altLang="ko-KR" dirty="0"/>
              <a:t> /40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7291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410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 userDrawn="1">
          <p15:clr>
            <a:srgbClr val="F26B43"/>
          </p15:clr>
        </p15:guide>
        <p15:guide id="2" pos="57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mart-class.org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7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5"/>
          <p:cNvSpPr>
            <a:spLocks noGrp="1"/>
          </p:cNvSpPr>
          <p:nvPr>
            <p:ph type="ctrTitle"/>
          </p:nvPr>
        </p:nvSpPr>
        <p:spPr>
          <a:xfrm>
            <a:off x="998311" y="3390900"/>
            <a:ext cx="15156089" cy="1752600"/>
          </a:xfrm>
        </p:spPr>
        <p:txBody>
          <a:bodyPr/>
          <a:lstStyle/>
          <a:p>
            <a:pPr algn="l">
              <a:defRPr/>
            </a:pPr>
            <a:r>
              <a:rPr lang="en-US" altLang="ko-KR"/>
              <a:t>Wi-Fi </a:t>
            </a:r>
            <a:r>
              <a:rPr lang="ko-KR" altLang="ko-KR"/>
              <a:t>기반</a:t>
            </a:r>
            <a:r>
              <a:rPr lang="en-US" altLang="ko-KR"/>
              <a:t> </a:t>
            </a:r>
            <a:r>
              <a:rPr lang="ko-KR" altLang="ko-KR"/>
              <a:t>위치</a:t>
            </a:r>
            <a:r>
              <a:rPr lang="en-US" altLang="ko-KR"/>
              <a:t> </a:t>
            </a:r>
            <a:r>
              <a:rPr lang="ko-KR" altLang="ko-KR"/>
              <a:t>판별과</a:t>
            </a:r>
            <a:r>
              <a:rPr lang="en-US" altLang="ko-KR"/>
              <a:t> </a:t>
            </a:r>
            <a:r>
              <a:rPr lang="ko-KR" altLang="ko-KR"/>
              <a:t>디바이스</a:t>
            </a:r>
            <a:r>
              <a:rPr lang="en-US" altLang="ko-KR"/>
              <a:t> </a:t>
            </a:r>
            <a:r>
              <a:rPr lang="ko-KR" altLang="ko-KR"/>
              <a:t>인증을</a:t>
            </a:r>
            <a:r>
              <a:rPr lang="en-US" altLang="ko-KR"/>
              <a:t> </a:t>
            </a:r>
            <a:r>
              <a:rPr lang="ko-KR" altLang="ko-KR"/>
              <a:t>결합</a:t>
            </a:r>
            <a:r>
              <a:rPr lang="ko-KR" altLang="en-US"/>
              <a:t>한</a:t>
            </a:r>
            <a:r>
              <a:rPr lang="en-US" altLang="ko-KR"/>
              <a:t> </a:t>
            </a:r>
            <a:br>
              <a:rPr lang="en-US" altLang="ko-KR"/>
            </a:br>
            <a:r>
              <a:rPr lang="ko-KR" altLang="en-US"/>
              <a:t>공정한 </a:t>
            </a:r>
            <a:r>
              <a:rPr lang="ko-KR" altLang="en-US" sz="6600"/>
              <a:t>스마트 클래스 서비스</a:t>
            </a:r>
            <a:endParaRPr lang="ko-KR" altLang="en-US"/>
          </a:p>
        </p:txBody>
      </p:sp>
      <p:sp>
        <p:nvSpPr>
          <p:cNvPr id="18" name="TextBox 7"/>
          <p:cNvSpPr txBox="1"/>
          <p:nvPr/>
        </p:nvSpPr>
        <p:spPr>
          <a:xfrm>
            <a:off x="990600" y="6724650"/>
            <a:ext cx="3987800" cy="14605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2300" b="0" i="0" u="none" strike="noStrike">
                <a:solidFill>
                  <a:srgbClr val="FFFFFF"/>
                </a:solidFill>
                <a:latin typeface="Pretendard Variable"/>
                <a:ea typeface="Pretendard Variable"/>
                <a:cs typeface="Pretendard Variable"/>
              </a:rPr>
              <a:t>과목</a:t>
            </a:r>
            <a:r>
              <a:rPr lang="en-US" sz="2300" b="0" i="0" u="none" strike="noStrike">
                <a:solidFill>
                  <a:srgbClr val="FFFFFF"/>
                </a:solidFill>
                <a:latin typeface="Pretendard Variable"/>
                <a:ea typeface="Pretendard Variable"/>
                <a:cs typeface="Pretendard Variable"/>
              </a:rPr>
              <a:t>: </a:t>
            </a:r>
            <a:r>
              <a:rPr lang="ko-KR" sz="2300" b="0" i="0" u="none" strike="noStrike">
                <a:solidFill>
                  <a:srgbClr val="FFFFFF"/>
                </a:solidFill>
                <a:latin typeface="Pretendard Variable"/>
                <a:ea typeface="Pretendard Variable"/>
                <a:cs typeface="Pretendard Variable"/>
              </a:rPr>
              <a:t>산학프로젝트</a:t>
            </a:r>
            <a:r>
              <a:rPr lang="en-US" sz="2300" b="0" i="0" u="none" strike="noStrike">
                <a:solidFill>
                  <a:srgbClr val="FFFFFF"/>
                </a:solidFill>
                <a:latin typeface="Pretendard Variable"/>
                <a:ea typeface="Pretendard Variable"/>
                <a:cs typeface="Pretendard Variable"/>
              </a:rPr>
              <a:t>1</a:t>
            </a:r>
          </a:p>
          <a:p>
            <a:pPr lvl="0" algn="l">
              <a:lnSpc>
                <a:spcPct val="99600"/>
              </a:lnSpc>
              <a:defRPr/>
            </a:pPr>
            <a:r>
              <a:rPr lang="ko-KR" sz="2300" b="0" i="0" u="none" strike="noStrike">
                <a:solidFill>
                  <a:srgbClr val="FFFFFF"/>
                </a:solidFill>
                <a:latin typeface="Pretendard Variable"/>
                <a:ea typeface="Pretendard Variable"/>
                <a:cs typeface="Pretendard Variable"/>
              </a:rPr>
              <a:t>팀명</a:t>
            </a:r>
            <a:r>
              <a:rPr lang="en-US" sz="2300" b="0" i="0" u="none" strike="noStrike">
                <a:solidFill>
                  <a:srgbClr val="FFFFFF"/>
                </a:solidFill>
                <a:latin typeface="Pretendard Variable"/>
                <a:ea typeface="Pretendard Variable"/>
                <a:cs typeface="Pretendard Variable"/>
              </a:rPr>
              <a:t>: </a:t>
            </a:r>
            <a:r>
              <a:rPr lang="ko-KR" sz="2300" b="0" i="0" u="none" strike="noStrike">
                <a:solidFill>
                  <a:srgbClr val="FFFFFF"/>
                </a:solidFill>
                <a:latin typeface="Pretendard Variable"/>
                <a:ea typeface="Pretendard Variable"/>
                <a:cs typeface="Pretendard Variable"/>
              </a:rPr>
              <a:t>강의실</a:t>
            </a:r>
            <a:r>
              <a:rPr lang="en-US" sz="2300" b="0" i="0" u="none" strike="noStrike">
                <a:solidFill>
                  <a:srgbClr val="FFFFFF"/>
                </a:solidFill>
                <a:latin typeface="Pretendard Variable"/>
                <a:ea typeface="Pretendard Variable"/>
                <a:cs typeface="Pretendard Variable"/>
              </a:rPr>
              <a:t> </a:t>
            </a:r>
            <a:r>
              <a:rPr lang="ko-KR" sz="2300" b="0" i="0" u="none" strike="noStrike">
                <a:solidFill>
                  <a:srgbClr val="FFFFFF"/>
                </a:solidFill>
                <a:latin typeface="Pretendard Variable"/>
                <a:ea typeface="Pretendard Variable"/>
                <a:cs typeface="Pretendard Variable"/>
              </a:rPr>
              <a:t>영역전개</a:t>
            </a:r>
            <a:r>
              <a:rPr lang="en-US" sz="2300" b="0" i="0" u="none" strike="noStrike">
                <a:solidFill>
                  <a:srgbClr val="FFFFFF"/>
                </a:solidFill>
                <a:latin typeface="Pretendard Variable"/>
                <a:ea typeface="Pretendard Variable"/>
                <a:cs typeface="Pretendard Variable"/>
              </a:rPr>
              <a:t>(4)</a:t>
            </a:r>
          </a:p>
          <a:p>
            <a:pPr lvl="0" algn="l">
              <a:lnSpc>
                <a:spcPct val="99600"/>
              </a:lnSpc>
              <a:defRPr/>
            </a:pPr>
            <a:r>
              <a:rPr lang="ko-KR" altLang="en-US" sz="2300">
                <a:solidFill>
                  <a:srgbClr val="FFFFFF"/>
                </a:solidFill>
                <a:latin typeface="Pretendard Variable"/>
                <a:ea typeface="Pretendard Variable"/>
                <a:cs typeface="Pretendard Variable"/>
              </a:rPr>
              <a:t>발표자</a:t>
            </a:r>
            <a:r>
              <a:rPr lang="en-US" altLang="ko-KR" sz="2300">
                <a:solidFill>
                  <a:srgbClr val="FFFFFF"/>
                </a:solidFill>
                <a:latin typeface="Pretendard Variable"/>
                <a:ea typeface="Pretendard Variable"/>
                <a:cs typeface="Pretendard Variable"/>
              </a:rPr>
              <a:t>: </a:t>
            </a:r>
            <a:r>
              <a:rPr lang="ko-KR" altLang="en-US" sz="2300">
                <a:solidFill>
                  <a:srgbClr val="FFFFFF"/>
                </a:solidFill>
                <a:latin typeface="Pretendard Variable"/>
                <a:ea typeface="Pretendard Variable"/>
                <a:cs typeface="Pretendard Variable"/>
              </a:rPr>
              <a:t>이다인</a:t>
            </a:r>
          </a:p>
          <a:p>
            <a:pPr lvl="0" algn="l">
              <a:lnSpc>
                <a:spcPct val="99600"/>
              </a:lnSpc>
              <a:defRPr/>
            </a:pPr>
            <a:r>
              <a:rPr lang="ko-KR" altLang="en-US" sz="2300" b="0" i="0" u="none" strike="noStrike">
                <a:solidFill>
                  <a:srgbClr val="FFFFFF"/>
                </a:solidFill>
                <a:latin typeface="Pretendard Variable"/>
                <a:ea typeface="Pretendard Variable"/>
                <a:cs typeface="Pretendard Variable"/>
              </a:rPr>
              <a:t>발표일</a:t>
            </a:r>
            <a:r>
              <a:rPr lang="en-US" altLang="ko-KR" sz="2300" b="0" i="0" u="none" strike="noStrike">
                <a:solidFill>
                  <a:srgbClr val="FFFFFF"/>
                </a:solidFill>
                <a:latin typeface="Pretendard Variable"/>
                <a:ea typeface="Pretendard Variable"/>
                <a:cs typeface="Pretendard Variable"/>
              </a:rPr>
              <a:t>: 04</a:t>
            </a:r>
            <a:r>
              <a:rPr lang="ko-KR" altLang="en-US" sz="2300" b="0" i="0" u="none" strike="noStrike">
                <a:solidFill>
                  <a:srgbClr val="FFFFFF"/>
                </a:solidFill>
                <a:latin typeface="Pretendard Variable"/>
                <a:ea typeface="Pretendard Variable"/>
                <a:cs typeface="Pretendard Variable"/>
              </a:rPr>
              <a:t>월 </a:t>
            </a:r>
            <a:r>
              <a:rPr lang="en-US" altLang="ko-KR" sz="2300" b="0" i="0" u="none" strike="noStrike">
                <a:solidFill>
                  <a:srgbClr val="FFFFFF"/>
                </a:solidFill>
                <a:latin typeface="Pretendard Variable"/>
                <a:ea typeface="Pretendard Variable"/>
                <a:cs typeface="Pretendard Variable"/>
              </a:rPr>
              <a:t>20</a:t>
            </a:r>
            <a:r>
              <a:rPr lang="ko-KR" altLang="en-US" sz="2300" b="0" i="0" u="none" strike="noStrike">
                <a:solidFill>
                  <a:srgbClr val="FFFFFF"/>
                </a:solidFill>
                <a:latin typeface="Pretendard Variable"/>
                <a:ea typeface="Pretendard Variable"/>
                <a:cs typeface="Pretendard Variable"/>
              </a:rPr>
              <a:t>일 </a:t>
            </a:r>
            <a:r>
              <a:rPr lang="en-US" altLang="ko-KR" sz="2300" b="0" i="0" u="none" strike="noStrike">
                <a:solidFill>
                  <a:srgbClr val="FFFFFF"/>
                </a:solidFill>
                <a:latin typeface="Pretendard Variable"/>
                <a:ea typeface="Pretendard Variable"/>
                <a:cs typeface="Pretendard Variable"/>
              </a:rPr>
              <a:t>(</a:t>
            </a:r>
            <a:r>
              <a:rPr lang="ko-KR" altLang="en-US" sz="2300" b="0" i="0" u="none" strike="noStrike">
                <a:solidFill>
                  <a:srgbClr val="FFFFFF"/>
                </a:solidFill>
                <a:latin typeface="Pretendard Variable"/>
                <a:ea typeface="Pretendard Variable"/>
                <a:cs typeface="Pretendard Variable"/>
              </a:rPr>
              <a:t>중간발표</a:t>
            </a:r>
            <a:r>
              <a:rPr lang="en-US" altLang="ko-KR" sz="2300" b="0" i="0" u="none" strike="noStrike">
                <a:solidFill>
                  <a:srgbClr val="FFFFFF"/>
                </a:solidFill>
                <a:latin typeface="Pretendard Variable"/>
                <a:ea typeface="Pretendard Variable"/>
                <a:cs typeface="Pretendard Variable"/>
              </a:rPr>
              <a:t>)</a:t>
            </a:r>
          </a:p>
        </p:txBody>
      </p:sp>
      <p:sp>
        <p:nvSpPr>
          <p:cNvPr id="19" name="TextBox 9"/>
          <p:cNvSpPr txBox="1"/>
          <p:nvPr/>
        </p:nvSpPr>
        <p:spPr>
          <a:xfrm>
            <a:off x="998311" y="8432800"/>
            <a:ext cx="5250089" cy="7239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2200" b="0" i="0" u="none" strike="noStrike">
                <a:solidFill>
                  <a:srgbClr val="FFFFFF"/>
                </a:solidFill>
                <a:latin typeface="Pretendard Variable"/>
                <a:ea typeface="Pretendard Variable"/>
                <a:cs typeface="+mn-cs"/>
              </a:rPr>
              <a:t>팀장</a:t>
            </a:r>
            <a:r>
              <a:rPr lang="en-US" sz="2200" b="0" i="0" u="none" strike="noStrike">
                <a:solidFill>
                  <a:srgbClr val="FFFFFF"/>
                </a:solidFill>
                <a:latin typeface="Pretendard Variable"/>
              </a:rPr>
              <a:t>: </a:t>
            </a:r>
            <a:r>
              <a:rPr lang="ko-KR" sz="2200" b="0" i="0" u="none" strike="noStrike">
                <a:solidFill>
                  <a:srgbClr val="FFFFFF"/>
                </a:solidFill>
                <a:latin typeface="Pretendard Variable"/>
                <a:ea typeface="Pretendard Variable"/>
                <a:cs typeface="+mn-cs"/>
              </a:rPr>
              <a:t>김현석</a:t>
            </a:r>
          </a:p>
          <a:p>
            <a:pPr lvl="0" algn="l">
              <a:lnSpc>
                <a:spcPct val="99600"/>
              </a:lnSpc>
              <a:defRPr/>
            </a:pPr>
            <a:r>
              <a:rPr lang="ko-KR" sz="2200" b="0" i="0" u="none" strike="noStrike">
                <a:solidFill>
                  <a:srgbClr val="FFFFFF"/>
                </a:solidFill>
                <a:latin typeface="Pretendard Variable"/>
                <a:ea typeface="Pretendard Variable"/>
                <a:cs typeface="+mn-cs"/>
              </a:rPr>
              <a:t>팀원</a:t>
            </a:r>
            <a:r>
              <a:rPr lang="en-US" sz="2200" b="0" i="0" u="none" strike="noStrike">
                <a:solidFill>
                  <a:srgbClr val="FFFFFF"/>
                </a:solidFill>
                <a:latin typeface="Pretendard Variable"/>
              </a:rPr>
              <a:t>: </a:t>
            </a:r>
            <a:r>
              <a:rPr lang="ko-KR" sz="2200" b="0" i="0" u="none" strike="noStrike">
                <a:solidFill>
                  <a:srgbClr val="FFFFFF"/>
                </a:solidFill>
                <a:latin typeface="Pretendard Variable"/>
                <a:ea typeface="Pretendard Variable"/>
                <a:cs typeface="+mn-cs"/>
              </a:rPr>
              <a:t>김정환</a:t>
            </a:r>
            <a:r>
              <a:rPr lang="en-US" sz="2200" b="0" i="0" u="none" strike="noStrike">
                <a:solidFill>
                  <a:srgbClr val="FFFFFF"/>
                </a:solidFill>
                <a:latin typeface="Pretendard Variable"/>
              </a:rPr>
              <a:t>, </a:t>
            </a:r>
            <a:r>
              <a:rPr lang="ko-KR" sz="2200" b="0" i="0" u="none" strike="noStrike">
                <a:solidFill>
                  <a:srgbClr val="FFFFFF"/>
                </a:solidFill>
                <a:latin typeface="Pretendard Variable"/>
                <a:ea typeface="Pretendard Variable"/>
                <a:cs typeface="+mn-cs"/>
              </a:rPr>
              <a:t>박준완</a:t>
            </a:r>
            <a:r>
              <a:rPr lang="en-US" sz="2200" b="0" i="0" u="none" strike="noStrike">
                <a:solidFill>
                  <a:srgbClr val="FFFFFF"/>
                </a:solidFill>
                <a:latin typeface="Pretendard Variable"/>
              </a:rPr>
              <a:t>, </a:t>
            </a:r>
            <a:r>
              <a:rPr lang="ko-KR" sz="2200" b="0" i="0" u="none" strike="noStrike">
                <a:solidFill>
                  <a:srgbClr val="FFFFFF"/>
                </a:solidFill>
                <a:latin typeface="Pretendard Variable"/>
                <a:ea typeface="Pretendard Variable"/>
                <a:cs typeface="+mn-cs"/>
              </a:rPr>
              <a:t>심재혁</a:t>
            </a:r>
            <a:r>
              <a:rPr lang="en-US" sz="2200" b="0" i="0" u="none" strike="noStrike">
                <a:solidFill>
                  <a:srgbClr val="FFFFFF"/>
                </a:solidFill>
                <a:latin typeface="Pretendard Variable"/>
              </a:rPr>
              <a:t>, </a:t>
            </a:r>
            <a:r>
              <a:rPr lang="ko-KR" sz="2200" b="0" i="0" u="none" strike="noStrike">
                <a:solidFill>
                  <a:srgbClr val="FFFFFF"/>
                </a:solidFill>
                <a:latin typeface="Pretendard Variable"/>
                <a:ea typeface="Pretendard Variable"/>
                <a:cs typeface="+mn-cs"/>
              </a:rPr>
              <a:t>이다인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5778500" cy="102870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587500" y="2247900"/>
            <a:ext cx="3771900" cy="1600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9000" b="0" i="0" u="none" strike="noStrike">
                <a:solidFill>
                  <a:srgbClr val="FFFFFF"/>
                </a:solidFill>
                <a:latin typeface="Pretendard Variable"/>
                <a:ea typeface="Pretendard Variable"/>
                <a:cs typeface="+mn-cs"/>
              </a:rPr>
              <a:t>목차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6172200" y="2489200"/>
          <a:ext cx="8001000" cy="617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ko-KR" altLang="en-US" sz="3200" b="0">
                          <a:solidFill>
                            <a:schemeClr val="tx1"/>
                          </a:solidFill>
                          <a:latin typeface="Pretendard Variable"/>
                          <a:ea typeface="Pretendard Variable"/>
                          <a:cs typeface="Pretendard Variable"/>
                        </a:rPr>
                        <a:t>팀 소개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noFill/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defRPr/>
                      </a:pPr>
                      <a:r>
                        <a:rPr lang="en-US" altLang="ko-KR" sz="2400" b="0">
                          <a:solidFill>
                            <a:schemeClr val="tx1"/>
                          </a:solidFill>
                          <a:latin typeface="Pretendard Variable"/>
                          <a:ea typeface="Pretendard Variable"/>
                          <a:cs typeface="Pretendard Variable"/>
                        </a:rPr>
                        <a:t>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noFill/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ko-KR" altLang="en-US" sz="3200" b="0">
                          <a:solidFill>
                            <a:schemeClr val="tx1"/>
                          </a:solidFill>
                          <a:latin typeface="Pretendard Variable"/>
                          <a:ea typeface="Pretendard Variable"/>
                          <a:cs typeface="Pretendard Variable"/>
                        </a:rPr>
                        <a:t>프로젝트 개요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defRPr/>
                      </a:pPr>
                      <a:r>
                        <a:rPr lang="en-US" altLang="ko-KR" sz="2400" b="0">
                          <a:solidFill>
                            <a:schemeClr val="tx1"/>
                          </a:solidFill>
                          <a:latin typeface="Pretendard Variable"/>
                          <a:ea typeface="Pretendard Variable"/>
                          <a:cs typeface="Pretendard Variable"/>
                        </a:rPr>
                        <a:t>02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ko-KR" altLang="en-US" sz="3200" b="0">
                          <a:solidFill>
                            <a:schemeClr val="tx1"/>
                          </a:solidFill>
                          <a:latin typeface="Pretendard Variable"/>
                          <a:ea typeface="Pretendard Variable"/>
                          <a:cs typeface="Pretendard Variable"/>
                        </a:rPr>
                        <a:t>문제 정의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defRPr/>
                      </a:pPr>
                      <a:r>
                        <a:rPr lang="en-US" altLang="ko-KR" sz="2400" b="0">
                          <a:solidFill>
                            <a:schemeClr val="tx1"/>
                          </a:solidFill>
                          <a:latin typeface="Pretendard Variable"/>
                          <a:ea typeface="Pretendard Variable"/>
                          <a:cs typeface="Pretendard Variable"/>
                        </a:rPr>
                        <a:t>03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ko-KR" altLang="en-US" sz="3200" b="0">
                          <a:solidFill>
                            <a:schemeClr val="tx1"/>
                          </a:solidFill>
                          <a:latin typeface="Pretendard Variable"/>
                          <a:ea typeface="Pretendard Variable"/>
                          <a:cs typeface="Pretendard Variable"/>
                        </a:rPr>
                        <a:t>프로젝트 목표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defRPr/>
                      </a:pPr>
                      <a:r>
                        <a:rPr lang="en-US" altLang="ko-KR" sz="2400" b="0">
                          <a:solidFill>
                            <a:schemeClr val="tx1"/>
                          </a:solidFill>
                          <a:latin typeface="Pretendard Variable"/>
                          <a:ea typeface="Pretendard Variable"/>
                          <a:cs typeface="Pretendard Variable"/>
                        </a:rPr>
                        <a:t>04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ko-KR" altLang="en-US" sz="3200" b="0">
                          <a:solidFill>
                            <a:schemeClr val="tx1"/>
                          </a:solidFill>
                          <a:latin typeface="Pretendard Variable"/>
                          <a:ea typeface="Pretendard Variable"/>
                          <a:cs typeface="Pretendard Variable"/>
                        </a:rPr>
                        <a:t>사용자의 요구사항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defRPr/>
                      </a:pPr>
                      <a:r>
                        <a:rPr lang="en-US" altLang="ko-KR" sz="2400" b="0">
                          <a:solidFill>
                            <a:schemeClr val="tx1"/>
                          </a:solidFill>
                          <a:latin typeface="Pretendard Variable"/>
                          <a:ea typeface="Pretendard Variable"/>
                          <a:cs typeface="Pretendard Variable"/>
                        </a:rPr>
                        <a:t>05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ko-KR" altLang="en-US" sz="3200" b="0">
                          <a:solidFill>
                            <a:schemeClr val="tx1"/>
                          </a:solidFill>
                          <a:latin typeface="Pretendard Variable"/>
                          <a:ea typeface="Pretendard Variable"/>
                          <a:cs typeface="Pretendard Variable"/>
                        </a:rPr>
                        <a:t>설계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defRPr/>
                      </a:pPr>
                      <a:r>
                        <a:rPr lang="en-US" altLang="ko-KR" sz="2400" b="0">
                          <a:solidFill>
                            <a:schemeClr val="tx1"/>
                          </a:solidFill>
                          <a:latin typeface="Pretendard Variable"/>
                          <a:ea typeface="Pretendard Variable"/>
                          <a:cs typeface="Pretendard Variable"/>
                        </a:rPr>
                        <a:t>06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ko-KR" altLang="en-US" sz="3200" b="0">
                          <a:solidFill>
                            <a:schemeClr val="tx1"/>
                          </a:solidFill>
                          <a:latin typeface="Pretendard Variable"/>
                          <a:ea typeface="Pretendard Variable"/>
                          <a:cs typeface="Pretendard Variable"/>
                        </a:rPr>
                        <a:t>진행상황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defRPr/>
                      </a:pPr>
                      <a:r>
                        <a:rPr lang="en-US" altLang="ko-KR" sz="2400" b="0">
                          <a:solidFill>
                            <a:schemeClr val="tx1"/>
                          </a:solidFill>
                          <a:latin typeface="Pretendard Variable"/>
                          <a:ea typeface="Pretendard Variable"/>
                          <a:cs typeface="Pretendard Variable"/>
                        </a:rPr>
                        <a:t>07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ko-KR" altLang="en-US" sz="3200" b="0">
                          <a:solidFill>
                            <a:schemeClr val="tx1"/>
                          </a:solidFill>
                          <a:latin typeface="Pretendard Variable"/>
                          <a:ea typeface="Pretendard Variable"/>
                          <a:cs typeface="Pretendard Variable"/>
                        </a:rPr>
                        <a:t>향후 진행 방향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defRPr/>
                      </a:pPr>
                      <a:r>
                        <a:rPr lang="en-US" altLang="ko-KR" sz="2400" b="0">
                          <a:solidFill>
                            <a:schemeClr val="tx1"/>
                          </a:solidFill>
                          <a:latin typeface="Pretendard Variable"/>
                          <a:ea typeface="Pretendard Variable"/>
                          <a:cs typeface="Pretendard Variable"/>
                        </a:rPr>
                        <a:t>08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3200" b="0">
                          <a:solidFill>
                            <a:schemeClr val="tx1"/>
                          </a:solidFill>
                          <a:latin typeface="Pretendard Variable"/>
                          <a:ea typeface="Pretendard Variable"/>
                          <a:cs typeface="Pretendard Variable"/>
                        </a:rPr>
                        <a:t>Q&amp;A</a:t>
                      </a:r>
                      <a:endParaRPr lang="ko-KR" altLang="en-US" sz="3200" b="0">
                        <a:solidFill>
                          <a:schemeClr val="tx1"/>
                        </a:solidFill>
                        <a:latin typeface="Pretendard Variable"/>
                        <a:ea typeface="Pretendard Variable"/>
                        <a:cs typeface="Pretendard Variable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defRPr/>
                      </a:pPr>
                      <a:r>
                        <a:rPr lang="en-US" altLang="ko-KR" sz="2400" b="0">
                          <a:solidFill>
                            <a:schemeClr val="tx1"/>
                          </a:solidFill>
                          <a:latin typeface="Pretendard Variable"/>
                          <a:ea typeface="Pretendard Variable"/>
                          <a:cs typeface="Pretendard Variable"/>
                        </a:rPr>
                        <a:t>09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E2C889-CF68-695E-4B96-146E53EE3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55CE64-A7FD-76D6-9490-AE57C5D41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28A6-690D-4FFC-8B6B-22EB395B72EA}" type="slidenum">
              <a:rPr lang="ko-KR" altLang="en-US" smtClean="0"/>
              <a:pPr/>
              <a:t>2</a:t>
            </a:fld>
            <a:r>
              <a:rPr lang="en-US" altLang="ko-KR"/>
              <a:t> /40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사람, 인간의 얼굴, 눈썹, 턱이(가) 표시된 사진  AI가 생성한 콘텐츠는 부정확할 수 있습니다.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018816" y="2524161"/>
            <a:ext cx="2258848" cy="2818800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lvl="0">
              <a:lnSpc>
                <a:spcPct val="99600"/>
              </a:lnSpc>
              <a:defRPr/>
            </a:pPr>
            <a:r>
              <a:rPr lang="ko-KR" altLang="en-US">
                <a:solidFill>
                  <a:srgbClr val="595959"/>
                </a:solidFill>
                <a:ea typeface="Pretendard Variable"/>
              </a:rPr>
              <a:t>팀</a:t>
            </a:r>
            <a:r>
              <a:rPr lang="en-US" altLang="ko-KR">
                <a:solidFill>
                  <a:srgbClr val="595959"/>
                </a:solidFill>
              </a:rPr>
              <a:t> </a:t>
            </a:r>
            <a:r>
              <a:rPr lang="ko-KR" altLang="ko-KR">
                <a:solidFill>
                  <a:srgbClr val="595959"/>
                </a:solidFill>
                <a:ea typeface="Pretendard Variable"/>
              </a:rPr>
              <a:t>소</a:t>
            </a:r>
            <a:r>
              <a:rPr lang="ko-KR" altLang="en-US">
                <a:solidFill>
                  <a:srgbClr val="595959"/>
                </a:solidFill>
                <a:ea typeface="Pretendard Variable"/>
              </a:rPr>
              <a:t>개</a:t>
            </a:r>
            <a:endParaRPr lang="ko-KR" altLang="ko-KR">
              <a:solidFill>
                <a:srgbClr val="595959"/>
              </a:solidFill>
              <a:ea typeface="Pretendard Variable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4405313" y="2528101"/>
            <a:ext cx="2495550" cy="3901273"/>
            <a:chOff x="4405313" y="2324100"/>
            <a:chExt cx="2495550" cy="3901273"/>
          </a:xfrm>
        </p:grpSpPr>
        <p:pic>
          <p:nvPicPr>
            <p:cNvPr id="6" name="그림 5" descr="인간의 얼굴, 사람, 인물사진, 턱이(가) 표시된 사진  AI가 생성한 콘텐츠는 부정확할 수 있습니다.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4540731" y="2326446"/>
              <a:ext cx="2233040" cy="2818800"/>
            </a:xfrm>
            <a:prstGeom prst="rect">
              <a:avLst/>
            </a:prstGeom>
          </p:spPr>
        </p:pic>
        <p:grpSp>
          <p:nvGrpSpPr>
            <p:cNvPr id="58" name="그룹 57"/>
            <p:cNvGrpSpPr/>
            <p:nvPr/>
          </p:nvGrpSpPr>
          <p:grpSpPr>
            <a:xfrm>
              <a:off x="4405313" y="2324100"/>
              <a:ext cx="2495550" cy="3901273"/>
              <a:chOff x="608530" y="3238500"/>
              <a:chExt cx="2495550" cy="3901273"/>
            </a:xfrm>
          </p:grpSpPr>
          <p:grpSp>
            <p:nvGrpSpPr>
              <p:cNvPr id="59" name="그룹 58"/>
              <p:cNvGrpSpPr/>
              <p:nvPr/>
            </p:nvGrpSpPr>
            <p:grpSpPr>
              <a:xfrm>
                <a:off x="608530" y="6057900"/>
                <a:ext cx="2495550" cy="1081873"/>
                <a:chOff x="590550" y="5753100"/>
                <a:chExt cx="2495550" cy="1081873"/>
              </a:xfrm>
            </p:grpSpPr>
            <p:sp>
              <p:nvSpPr>
                <p:cNvPr id="62" name="TextBox 37"/>
                <p:cNvSpPr txBox="1"/>
                <p:nvPr/>
              </p:nvSpPr>
              <p:spPr>
                <a:xfrm>
                  <a:off x="590550" y="5867400"/>
                  <a:ext cx="2376487" cy="623156"/>
                </a:xfrm>
                <a:prstGeom prst="rect">
                  <a:avLst/>
                </a:prstGeom>
              </p:spPr>
              <p:txBody>
                <a:bodyPr lIns="0" tIns="0" rIns="0" bIns="0" anchor="ctr"/>
                <a:lstStyle/>
                <a:p>
                  <a:pPr lvl="0" algn="l">
                    <a:lnSpc>
                      <a:spcPct val="99600"/>
                    </a:lnSpc>
                    <a:defRPr/>
                  </a:pPr>
                  <a:r>
                    <a:rPr lang="ko-KR" altLang="en-US" sz="4100">
                      <a:solidFill>
                        <a:srgbClr val="1F375D"/>
                      </a:solidFill>
                      <a:latin typeface="Pretendard Variable"/>
                      <a:ea typeface="Pretendard Variable"/>
                      <a:cs typeface="+mn-cs"/>
                    </a:rPr>
                    <a:t>김정환</a:t>
                  </a:r>
                  <a:endParaRPr lang="ko-KR" sz="4100" b="0" i="0" u="none" strike="noStrike">
                    <a:solidFill>
                      <a:srgbClr val="1F375D"/>
                    </a:solidFill>
                    <a:latin typeface="Pretendard Variable"/>
                    <a:ea typeface="Pretendard Variable"/>
                    <a:cs typeface="+mn-cs"/>
                  </a:endParaRPr>
                </a:p>
              </p:txBody>
            </p:sp>
            <p:sp>
              <p:nvSpPr>
                <p:cNvPr id="63" name="직사각형 62"/>
                <p:cNvSpPr/>
                <p:nvPr/>
              </p:nvSpPr>
              <p:spPr>
                <a:xfrm>
                  <a:off x="591620" y="5753100"/>
                  <a:ext cx="2494480" cy="115130"/>
                </a:xfrm>
                <a:prstGeom prst="rect">
                  <a:avLst/>
                </a:prstGeom>
                <a:solidFill>
                  <a:srgbClr val="1F375D"/>
                </a:solidFill>
                <a:ln>
                  <a:solidFill>
                    <a:srgbClr val="1F375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>
                    <a:latin typeface="Pretendard Variable"/>
                    <a:ea typeface="Pretendard Variable"/>
                    <a:cs typeface="+mn-cs"/>
                  </a:endParaRPr>
                </a:p>
              </p:txBody>
            </p:sp>
            <p:sp>
              <p:nvSpPr>
                <p:cNvPr id="64" name="TextBox 63"/>
                <p:cNvSpPr txBox="1"/>
                <p:nvPr/>
              </p:nvSpPr>
              <p:spPr>
                <a:xfrm>
                  <a:off x="608530" y="6490556"/>
                  <a:ext cx="2458520" cy="344417"/>
                </a:xfrm>
                <a:prstGeom prst="rect">
                  <a:avLst/>
                </a:prstGeom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>
                    <a:lnSpc>
                      <a:spcPct val="99600"/>
                    </a:lnSpc>
                    <a:defRPr/>
                  </a:pPr>
                  <a:r>
                    <a:rPr lang="ko-KR" altLang="en-US" sz="2300" b="0" i="0" u="none" strike="noStrike">
                      <a:latin typeface="Pretendard Variable"/>
                      <a:ea typeface="Pretendard Variable"/>
                      <a:cs typeface="+mn-cs"/>
                    </a:rPr>
                    <a:t>관심사</a:t>
                  </a:r>
                  <a:r>
                    <a:rPr lang="en-US" altLang="ko-KR" sz="2300" b="0" i="0" u="none" strike="noStrike">
                      <a:latin typeface="Pretendard Variable"/>
                      <a:ea typeface="Pretendard Variable"/>
                      <a:cs typeface="+mn-cs"/>
                    </a:rPr>
                    <a:t>: DB</a:t>
                  </a:r>
                  <a:endParaRPr lang="ko-KR" altLang="en-US" sz="2300" b="0" i="0" u="none" strike="noStrike">
                    <a:latin typeface="Pretendard Variable"/>
                    <a:ea typeface="Pretendard Variable"/>
                    <a:cs typeface="+mn-cs"/>
                  </a:endParaRPr>
                </a:p>
              </p:txBody>
            </p:sp>
          </p:grpSp>
          <p:sp>
            <p:nvSpPr>
              <p:cNvPr id="60" name="사각형: 둥근 모서리 59"/>
              <p:cNvSpPr/>
              <p:nvPr/>
            </p:nvSpPr>
            <p:spPr>
              <a:xfrm>
                <a:off x="608530" y="3238500"/>
                <a:ext cx="2494480" cy="2819400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1F375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latin typeface="Pretendard Variable"/>
                  <a:ea typeface="Pretendard Variable"/>
                  <a:cs typeface="+mn-cs"/>
                </a:endParaRPr>
              </a:p>
            </p:txBody>
          </p:sp>
        </p:grpSp>
      </p:grpSp>
      <p:grpSp>
        <p:nvGrpSpPr>
          <p:cNvPr id="65" name="그룹 64"/>
          <p:cNvGrpSpPr/>
          <p:nvPr/>
        </p:nvGrpSpPr>
        <p:grpSpPr>
          <a:xfrm>
            <a:off x="7896226" y="2528101"/>
            <a:ext cx="2543174" cy="3901273"/>
            <a:chOff x="608530" y="3238500"/>
            <a:chExt cx="2543174" cy="3901273"/>
          </a:xfrm>
        </p:grpSpPr>
        <p:grpSp>
          <p:nvGrpSpPr>
            <p:cNvPr id="66" name="그룹 65"/>
            <p:cNvGrpSpPr/>
            <p:nvPr/>
          </p:nvGrpSpPr>
          <p:grpSpPr>
            <a:xfrm>
              <a:off x="608530" y="6057900"/>
              <a:ext cx="2543174" cy="1081873"/>
              <a:chOff x="590550" y="5753100"/>
              <a:chExt cx="2543174" cy="1081873"/>
            </a:xfrm>
          </p:grpSpPr>
          <p:sp>
            <p:nvSpPr>
              <p:cNvPr id="69" name="TextBox 37"/>
              <p:cNvSpPr txBox="1"/>
              <p:nvPr/>
            </p:nvSpPr>
            <p:spPr>
              <a:xfrm>
                <a:off x="590550" y="5867400"/>
                <a:ext cx="2543174" cy="623156"/>
              </a:xfrm>
              <a:prstGeom prst="rect">
                <a:avLst/>
              </a:prstGeom>
            </p:spPr>
            <p:txBody>
              <a:bodyPr lIns="0" tIns="0" rIns="0" bIns="0" anchor="ctr"/>
              <a:lstStyle/>
              <a:p>
                <a:pPr lvl="0" algn="l">
                  <a:lnSpc>
                    <a:spcPct val="99600"/>
                  </a:lnSpc>
                  <a:defRPr/>
                </a:pPr>
                <a:r>
                  <a:rPr lang="ko-KR" altLang="en-US" sz="4100">
                    <a:solidFill>
                      <a:srgbClr val="1F375D"/>
                    </a:solidFill>
                    <a:latin typeface="Pretendard Variable"/>
                    <a:ea typeface="Pretendard Variable"/>
                    <a:cs typeface="+mn-cs"/>
                  </a:rPr>
                  <a:t>심재혁</a:t>
                </a:r>
                <a:endParaRPr lang="ko-KR" sz="4100" b="0" i="0" u="none" strike="noStrike">
                  <a:solidFill>
                    <a:srgbClr val="1F375D"/>
                  </a:solidFill>
                  <a:latin typeface="Pretendard Variable"/>
                  <a:ea typeface="Pretendard Variable"/>
                  <a:cs typeface="+mn-cs"/>
                </a:endParaRPr>
              </a:p>
            </p:txBody>
          </p:sp>
          <p:sp>
            <p:nvSpPr>
              <p:cNvPr id="70" name="직사각형 69"/>
              <p:cNvSpPr/>
              <p:nvPr/>
            </p:nvSpPr>
            <p:spPr>
              <a:xfrm>
                <a:off x="591620" y="5753100"/>
                <a:ext cx="2494480" cy="115130"/>
              </a:xfrm>
              <a:prstGeom prst="rect">
                <a:avLst/>
              </a:prstGeom>
              <a:solidFill>
                <a:srgbClr val="1F375D"/>
              </a:solidFill>
              <a:ln>
                <a:solidFill>
                  <a:srgbClr val="1F375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latin typeface="Pretendard Variable"/>
                  <a:ea typeface="Pretendard Variable"/>
                  <a:cs typeface="+mn-cs"/>
                </a:endParaRPr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608530" y="6490556"/>
                <a:ext cx="2458520" cy="344417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99600"/>
                  </a:lnSpc>
                  <a:defRPr/>
                </a:pPr>
                <a:r>
                  <a:rPr lang="ko-KR" altLang="en-US" sz="2300" b="0" i="0" u="none" strike="noStrike">
                    <a:latin typeface="Pretendard Variable"/>
                    <a:ea typeface="Pretendard Variable"/>
                    <a:cs typeface="+mn-cs"/>
                  </a:rPr>
                  <a:t>관심사</a:t>
                </a:r>
                <a:r>
                  <a:rPr lang="en-US" altLang="ko-KR" sz="2300" b="0" i="0" u="none" strike="noStrike">
                    <a:latin typeface="Pretendard Variable"/>
                    <a:ea typeface="Pretendard Variable"/>
                    <a:cs typeface="+mn-cs"/>
                  </a:rPr>
                  <a:t>: </a:t>
                </a:r>
                <a:r>
                  <a:rPr lang="ko-KR" altLang="en-US" sz="2300" b="0" i="0" u="none" strike="noStrike">
                    <a:latin typeface="Pretendard Variable"/>
                    <a:ea typeface="Pretendard Variable"/>
                    <a:cs typeface="+mn-cs"/>
                  </a:rPr>
                  <a:t>네트워크</a:t>
                </a:r>
              </a:p>
            </p:txBody>
          </p:sp>
        </p:grpSp>
        <p:sp>
          <p:nvSpPr>
            <p:cNvPr id="67" name="사각형: 둥근 모서리 66"/>
            <p:cNvSpPr/>
            <p:nvPr/>
          </p:nvSpPr>
          <p:spPr>
            <a:xfrm>
              <a:off x="608530" y="3238500"/>
              <a:ext cx="2494480" cy="2819400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rgbClr val="1F375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Pretendard Variable"/>
                <a:ea typeface="Pretendard Variable"/>
                <a:cs typeface="+mn-cs"/>
              </a:endParaRP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11387136" y="2513575"/>
            <a:ext cx="2495551" cy="3915799"/>
            <a:chOff x="11387137" y="2309574"/>
            <a:chExt cx="2495551" cy="3915799"/>
          </a:xfrm>
        </p:grpSpPr>
        <p:pic>
          <p:nvPicPr>
            <p:cNvPr id="5" name="그림 4" descr="사람, 의류, 인간의 얼굴, 턱이(가) 표시된 사진  AI가 생성한 콘텐츠는 부정확할 수 있습니다.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11521339" y="2309574"/>
              <a:ext cx="2224211" cy="2818800"/>
            </a:xfrm>
            <a:prstGeom prst="rect">
              <a:avLst/>
            </a:prstGeom>
          </p:spPr>
        </p:pic>
        <p:grpSp>
          <p:nvGrpSpPr>
            <p:cNvPr id="72" name="그룹 71"/>
            <p:cNvGrpSpPr/>
            <p:nvPr/>
          </p:nvGrpSpPr>
          <p:grpSpPr>
            <a:xfrm>
              <a:off x="11387137" y="2324100"/>
              <a:ext cx="2495551" cy="3901273"/>
              <a:chOff x="608528" y="3238500"/>
              <a:chExt cx="2495551" cy="3901273"/>
            </a:xfrm>
          </p:grpSpPr>
          <p:grpSp>
            <p:nvGrpSpPr>
              <p:cNvPr id="73" name="그룹 72"/>
              <p:cNvGrpSpPr/>
              <p:nvPr/>
            </p:nvGrpSpPr>
            <p:grpSpPr>
              <a:xfrm>
                <a:off x="608528" y="6057900"/>
                <a:ext cx="2495551" cy="1081873"/>
                <a:chOff x="590548" y="5753100"/>
                <a:chExt cx="2495551" cy="1081873"/>
              </a:xfrm>
            </p:grpSpPr>
            <p:sp>
              <p:nvSpPr>
                <p:cNvPr id="76" name="TextBox 37"/>
                <p:cNvSpPr txBox="1"/>
                <p:nvPr/>
              </p:nvSpPr>
              <p:spPr>
                <a:xfrm>
                  <a:off x="590548" y="5867400"/>
                  <a:ext cx="2481261" cy="623156"/>
                </a:xfrm>
                <a:prstGeom prst="rect">
                  <a:avLst/>
                </a:prstGeom>
              </p:spPr>
              <p:txBody>
                <a:bodyPr lIns="0" tIns="0" rIns="0" bIns="0" anchor="ctr"/>
                <a:lstStyle/>
                <a:p>
                  <a:pPr lvl="0" algn="l">
                    <a:lnSpc>
                      <a:spcPct val="99600"/>
                    </a:lnSpc>
                    <a:defRPr/>
                  </a:pPr>
                  <a:r>
                    <a:rPr lang="ko-KR" altLang="en-US" sz="4100">
                      <a:solidFill>
                        <a:srgbClr val="1F375D"/>
                      </a:solidFill>
                      <a:latin typeface="Pretendard Variable"/>
                      <a:ea typeface="Pretendard Variable"/>
                      <a:cs typeface="+mn-cs"/>
                    </a:rPr>
                    <a:t>박준완</a:t>
                  </a:r>
                  <a:endParaRPr lang="ko-KR" sz="4100" b="0" i="0" u="none" strike="noStrike">
                    <a:solidFill>
                      <a:srgbClr val="1F375D"/>
                    </a:solidFill>
                    <a:latin typeface="Pretendard Variable"/>
                    <a:ea typeface="Pretendard Variable"/>
                    <a:cs typeface="+mn-cs"/>
                  </a:endParaRPr>
                </a:p>
              </p:txBody>
            </p:sp>
            <p:sp>
              <p:nvSpPr>
                <p:cNvPr id="77" name="직사각형 76"/>
                <p:cNvSpPr/>
                <p:nvPr/>
              </p:nvSpPr>
              <p:spPr>
                <a:xfrm>
                  <a:off x="591620" y="5753100"/>
                  <a:ext cx="2494480" cy="115130"/>
                </a:xfrm>
                <a:prstGeom prst="rect">
                  <a:avLst/>
                </a:prstGeom>
                <a:solidFill>
                  <a:srgbClr val="1F375D"/>
                </a:solidFill>
                <a:ln>
                  <a:solidFill>
                    <a:srgbClr val="1F375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>
                    <a:latin typeface="Pretendard Variable"/>
                    <a:ea typeface="Pretendard Variable"/>
                    <a:cs typeface="+mn-cs"/>
                  </a:endParaRPr>
                </a:p>
              </p:txBody>
            </p:sp>
            <p:sp>
              <p:nvSpPr>
                <p:cNvPr id="78" name="TextBox 77"/>
                <p:cNvSpPr txBox="1"/>
                <p:nvPr/>
              </p:nvSpPr>
              <p:spPr>
                <a:xfrm>
                  <a:off x="608530" y="6490556"/>
                  <a:ext cx="2458520" cy="344417"/>
                </a:xfrm>
                <a:prstGeom prst="rect">
                  <a:avLst/>
                </a:prstGeom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>
                    <a:lnSpc>
                      <a:spcPct val="99600"/>
                    </a:lnSpc>
                    <a:defRPr/>
                  </a:pPr>
                  <a:r>
                    <a:rPr lang="ko-KR" altLang="en-US" sz="2300" b="0" i="0" u="none" strike="noStrike">
                      <a:latin typeface="Pretendard Variable"/>
                      <a:ea typeface="Pretendard Variable"/>
                      <a:cs typeface="+mn-cs"/>
                    </a:rPr>
                    <a:t>관심사</a:t>
                  </a:r>
                  <a:r>
                    <a:rPr lang="en-US" altLang="ko-KR" sz="2300" b="0" i="0" u="none" strike="noStrike">
                      <a:latin typeface="Pretendard Variable"/>
                      <a:ea typeface="Pretendard Variable"/>
                      <a:cs typeface="+mn-cs"/>
                    </a:rPr>
                    <a:t>: </a:t>
                  </a:r>
                  <a:r>
                    <a:rPr lang="ko-KR" altLang="en-US" sz="2300" b="0" i="0" u="none" strike="noStrike">
                      <a:latin typeface="Pretendard Variable"/>
                      <a:ea typeface="Pretendard Variable"/>
                      <a:cs typeface="+mn-cs"/>
                    </a:rPr>
                    <a:t>백엔드</a:t>
                  </a:r>
                </a:p>
              </p:txBody>
            </p:sp>
          </p:grpSp>
          <p:sp>
            <p:nvSpPr>
              <p:cNvPr id="74" name="사각형: 둥근 모서리 73"/>
              <p:cNvSpPr/>
              <p:nvPr/>
            </p:nvSpPr>
            <p:spPr>
              <a:xfrm>
                <a:off x="608530" y="3238500"/>
                <a:ext cx="2494480" cy="2819400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1F375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latin typeface="Pretendard Variable"/>
                  <a:ea typeface="Pretendard Variable"/>
                  <a:cs typeface="+mn-cs"/>
                </a:endParaRPr>
              </a:p>
            </p:txBody>
          </p:sp>
        </p:grpSp>
      </p:grpSp>
      <p:grpSp>
        <p:nvGrpSpPr>
          <p:cNvPr id="14" name="그룹 13"/>
          <p:cNvGrpSpPr/>
          <p:nvPr/>
        </p:nvGrpSpPr>
        <p:grpSpPr>
          <a:xfrm>
            <a:off x="14878050" y="2523561"/>
            <a:ext cx="3409950" cy="3905813"/>
            <a:chOff x="14878050" y="2319560"/>
            <a:chExt cx="3409950" cy="3905813"/>
          </a:xfrm>
        </p:grpSpPr>
        <p:pic>
          <p:nvPicPr>
            <p:cNvPr id="11" name="그림 10" descr="인간의 얼굴, 사람, 인물사진, 턱이(가) 표시된 사진  AI가 생성한 콘텐츠는 부정확할 수 있습니다.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15046009" y="2319560"/>
              <a:ext cx="2158562" cy="2819400"/>
            </a:xfrm>
            <a:prstGeom prst="rect">
              <a:avLst/>
            </a:prstGeom>
          </p:spPr>
        </p:pic>
        <p:grpSp>
          <p:nvGrpSpPr>
            <p:cNvPr id="79" name="그룹 78"/>
            <p:cNvGrpSpPr/>
            <p:nvPr/>
          </p:nvGrpSpPr>
          <p:grpSpPr>
            <a:xfrm>
              <a:off x="14878050" y="2324100"/>
              <a:ext cx="3409950" cy="3901273"/>
              <a:chOff x="608530" y="3238500"/>
              <a:chExt cx="3409950" cy="3901273"/>
            </a:xfrm>
          </p:grpSpPr>
          <p:grpSp>
            <p:nvGrpSpPr>
              <p:cNvPr id="80" name="그룹 79"/>
              <p:cNvGrpSpPr/>
              <p:nvPr/>
            </p:nvGrpSpPr>
            <p:grpSpPr>
              <a:xfrm>
                <a:off x="608530" y="6057900"/>
                <a:ext cx="3409950" cy="1081873"/>
                <a:chOff x="590550" y="5753100"/>
                <a:chExt cx="3409950" cy="1081873"/>
              </a:xfrm>
            </p:grpSpPr>
            <p:sp>
              <p:nvSpPr>
                <p:cNvPr id="83" name="TextBox 37"/>
                <p:cNvSpPr txBox="1"/>
                <p:nvPr/>
              </p:nvSpPr>
              <p:spPr>
                <a:xfrm>
                  <a:off x="590550" y="5867400"/>
                  <a:ext cx="2114550" cy="623156"/>
                </a:xfrm>
                <a:prstGeom prst="rect">
                  <a:avLst/>
                </a:prstGeom>
              </p:spPr>
              <p:txBody>
                <a:bodyPr lIns="0" tIns="0" rIns="0" bIns="0" anchor="ctr"/>
                <a:lstStyle/>
                <a:p>
                  <a:pPr lvl="0" algn="l">
                    <a:lnSpc>
                      <a:spcPct val="99600"/>
                    </a:lnSpc>
                    <a:defRPr/>
                  </a:pPr>
                  <a:r>
                    <a:rPr lang="ko-KR" altLang="en-US" sz="4100">
                      <a:solidFill>
                        <a:srgbClr val="1F375D"/>
                      </a:solidFill>
                      <a:latin typeface="Pretendard Variable"/>
                      <a:ea typeface="Pretendard Variable"/>
                      <a:cs typeface="+mn-cs"/>
                    </a:rPr>
                    <a:t>이다인</a:t>
                  </a:r>
                  <a:endParaRPr lang="ko-KR" sz="4100" b="0" i="0" u="none" strike="noStrike">
                    <a:solidFill>
                      <a:srgbClr val="1F375D"/>
                    </a:solidFill>
                    <a:latin typeface="Pretendard Variable"/>
                    <a:ea typeface="Pretendard Variable"/>
                    <a:cs typeface="+mn-cs"/>
                  </a:endParaRPr>
                </a:p>
              </p:txBody>
            </p:sp>
            <p:sp>
              <p:nvSpPr>
                <p:cNvPr id="84" name="직사각형 83"/>
                <p:cNvSpPr/>
                <p:nvPr/>
              </p:nvSpPr>
              <p:spPr>
                <a:xfrm>
                  <a:off x="591620" y="5753100"/>
                  <a:ext cx="2494480" cy="115130"/>
                </a:xfrm>
                <a:prstGeom prst="rect">
                  <a:avLst/>
                </a:prstGeom>
                <a:solidFill>
                  <a:srgbClr val="1F375D"/>
                </a:solidFill>
                <a:ln>
                  <a:solidFill>
                    <a:srgbClr val="1F375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>
                    <a:latin typeface="Pretendard Variable"/>
                    <a:ea typeface="Pretendard Variable"/>
                    <a:cs typeface="+mn-cs"/>
                  </a:endParaRPr>
                </a:p>
              </p:txBody>
            </p:sp>
            <p:sp>
              <p:nvSpPr>
                <p:cNvPr id="85" name="TextBox 84"/>
                <p:cNvSpPr txBox="1"/>
                <p:nvPr/>
              </p:nvSpPr>
              <p:spPr>
                <a:xfrm>
                  <a:off x="608530" y="6490556"/>
                  <a:ext cx="3391970" cy="344417"/>
                </a:xfrm>
                <a:prstGeom prst="rect">
                  <a:avLst/>
                </a:prstGeom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>
                    <a:lnSpc>
                      <a:spcPct val="99600"/>
                    </a:lnSpc>
                    <a:defRPr/>
                  </a:pPr>
                  <a:r>
                    <a:rPr lang="ko-KR" altLang="en-US" sz="2300" b="0" i="0" u="none" strike="noStrike">
                      <a:latin typeface="Pretendard Variable"/>
                      <a:ea typeface="Pretendard Variable"/>
                      <a:cs typeface="+mn-cs"/>
                    </a:rPr>
                    <a:t>관심사</a:t>
                  </a:r>
                  <a:r>
                    <a:rPr lang="en-US" altLang="ko-KR" sz="2300" b="0" i="0" u="none" strike="noStrike">
                      <a:latin typeface="Pretendard Variable"/>
                      <a:ea typeface="Pretendard Variable"/>
                      <a:cs typeface="+mn-cs"/>
                    </a:rPr>
                    <a:t>: </a:t>
                  </a:r>
                  <a:r>
                    <a:rPr lang="ko-KR" altLang="en-US" sz="2300" b="0" i="0" u="none" strike="noStrike">
                      <a:latin typeface="Pretendard Variable"/>
                      <a:ea typeface="Pretendard Variable"/>
                      <a:cs typeface="+mn-cs"/>
                    </a:rPr>
                    <a:t>취약점 분석</a:t>
                  </a:r>
                </a:p>
              </p:txBody>
            </p:sp>
          </p:grpSp>
          <p:sp>
            <p:nvSpPr>
              <p:cNvPr id="81" name="사각형: 둥근 모서리 80"/>
              <p:cNvSpPr/>
              <p:nvPr/>
            </p:nvSpPr>
            <p:spPr>
              <a:xfrm>
                <a:off x="608530" y="3238500"/>
                <a:ext cx="2494480" cy="2819400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1F375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latin typeface="Pretendard Variable"/>
                  <a:ea typeface="Pretendard Variable"/>
                  <a:cs typeface="+mn-cs"/>
                </a:endParaRPr>
              </a:p>
            </p:txBody>
          </p:sp>
        </p:grpSp>
      </p:grpSp>
      <p:grpSp>
        <p:nvGrpSpPr>
          <p:cNvPr id="91" name="그룹 90"/>
          <p:cNvGrpSpPr/>
          <p:nvPr/>
        </p:nvGrpSpPr>
        <p:grpSpPr>
          <a:xfrm>
            <a:off x="927376" y="6660859"/>
            <a:ext cx="7911823" cy="1220805"/>
            <a:chOff x="927376" y="6503282"/>
            <a:chExt cx="7911823" cy="1220805"/>
          </a:xfrm>
        </p:grpSpPr>
        <p:sp>
          <p:nvSpPr>
            <p:cNvPr id="86" name="사각형: 둥근 모서리 85"/>
            <p:cNvSpPr/>
            <p:nvPr/>
          </p:nvSpPr>
          <p:spPr>
            <a:xfrm>
              <a:off x="927376" y="6503282"/>
              <a:ext cx="7911823" cy="1220805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rgbClr val="1F375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Pretendard Variable"/>
                <a:ea typeface="Pretendard Variable"/>
                <a:cs typeface="+mn-cs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1139308" y="6680253"/>
              <a:ext cx="5742505" cy="344020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9600"/>
                </a:lnSpc>
                <a:defRPr/>
              </a:pPr>
              <a:r>
                <a:rPr lang="ko-KR" altLang="en-US" sz="2300" b="0" i="0" u="none" strike="noStrike">
                  <a:latin typeface="Pretendard Variable"/>
                  <a:ea typeface="Pretendard Variable"/>
                  <a:cs typeface="+mn-cs"/>
                </a:rPr>
                <a:t>백엔드 담당</a:t>
              </a:r>
              <a:r>
                <a:rPr lang="en-US" altLang="ko-KR" sz="2300" b="0" i="0" u="none" strike="noStrike">
                  <a:latin typeface="Pretendard Variable"/>
                  <a:ea typeface="Pretendard Variable"/>
                  <a:cs typeface="+mn-cs"/>
                </a:rPr>
                <a:t>: </a:t>
              </a:r>
              <a:r>
                <a:rPr lang="ko-KR" altLang="en-US" sz="2300" b="0" i="0" u="none" strike="noStrike">
                  <a:latin typeface="Pretendard Variable"/>
                  <a:ea typeface="Pretendard Variable"/>
                  <a:cs typeface="+mn-cs"/>
                </a:rPr>
                <a:t>김정환</a:t>
              </a:r>
              <a:r>
                <a:rPr lang="en-US" altLang="ko-KR" sz="2300" b="0" i="0" u="none" strike="noStrike">
                  <a:latin typeface="Pretendard Variable"/>
                  <a:ea typeface="Pretendard Variable"/>
                  <a:cs typeface="+mn-cs"/>
                </a:rPr>
                <a:t>, </a:t>
              </a:r>
              <a:r>
                <a:rPr lang="ko-KR" altLang="en-US" sz="2300" b="0" i="0" u="none" strike="noStrike">
                  <a:latin typeface="Pretendard Variable"/>
                  <a:ea typeface="Pretendard Variable"/>
                  <a:cs typeface="+mn-cs"/>
                </a:rPr>
                <a:t>심재혁</a:t>
              </a:r>
              <a:r>
                <a:rPr lang="en-US" altLang="ko-KR" sz="2300" b="0" i="0" u="none" strike="noStrike">
                  <a:latin typeface="Pretendard Variable"/>
                  <a:ea typeface="Pretendard Variable"/>
                  <a:cs typeface="+mn-cs"/>
                </a:rPr>
                <a:t>, </a:t>
              </a:r>
              <a:r>
                <a:rPr lang="ko-KR" altLang="en-US" sz="2300" b="0" i="0" u="none" strike="noStrike">
                  <a:latin typeface="Pretendard Variable"/>
                  <a:ea typeface="Pretendard Variable"/>
                  <a:cs typeface="+mn-cs"/>
                </a:rPr>
                <a:t>이다인</a:t>
              </a:r>
              <a:endParaRPr lang="en-US" altLang="ko-KR" sz="2300" b="0" i="0" u="none" strike="noStrike">
                <a:latin typeface="Pretendard Variable"/>
                <a:ea typeface="Pretendard Variable"/>
                <a:cs typeface="+mn-cs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139308" y="7125608"/>
              <a:ext cx="7471292" cy="307777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9600"/>
                </a:lnSpc>
                <a:defRPr/>
              </a:pPr>
              <a:r>
                <a:rPr lang="en-US" altLang="ko-KR" sz="2000" b="0" i="0" u="none" strike="noStrike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API </a:t>
              </a:r>
              <a:r>
                <a:rPr lang="ko-KR" altLang="en-US" sz="2000" b="0" i="0" u="none" strike="noStrike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설계</a:t>
              </a:r>
              <a:r>
                <a:rPr lang="en-US" altLang="ko-KR" sz="2000" b="0" i="0" u="none" strike="noStrike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, </a:t>
              </a:r>
              <a:r>
                <a:rPr lang="ko-KR" altLang="en-US" sz="2000" b="0" i="0" u="none" strike="noStrike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데이터 모델링</a:t>
              </a:r>
              <a:r>
                <a:rPr lang="en-US" altLang="ko-KR" sz="2000" b="0" i="0" u="none" strike="noStrike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, </a:t>
              </a:r>
              <a:r>
                <a:rPr lang="ko-KR" altLang="en-US" sz="2000" b="0" i="0" u="none" strike="noStrike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인증</a:t>
              </a:r>
              <a:r>
                <a:rPr lang="en-US" altLang="ko-KR" sz="2000" b="0" i="0" u="none" strike="noStrike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, </a:t>
              </a:r>
              <a:r>
                <a:rPr lang="ko-KR" altLang="en-US" sz="2000" b="0" i="0" u="none" strike="noStrike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출석</a:t>
              </a:r>
              <a:r>
                <a:rPr lang="en-US" altLang="ko-KR" sz="2000" b="0" i="0" u="none" strike="noStrike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, </a:t>
              </a:r>
              <a:r>
                <a:rPr lang="ko-KR" altLang="en-US" sz="2000" b="0" i="0" u="none" strike="noStrike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판정 로직 구현</a:t>
              </a:r>
              <a:endParaRPr lang="en-US" altLang="ko-KR" sz="2000" b="0" i="0" u="none" strike="noStrike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+mn-cs"/>
              </a:endParaRPr>
            </a:p>
          </p:txBody>
        </p:sp>
      </p:grpSp>
      <p:grpSp>
        <p:nvGrpSpPr>
          <p:cNvPr id="92" name="그룹 91"/>
          <p:cNvGrpSpPr/>
          <p:nvPr/>
        </p:nvGrpSpPr>
        <p:grpSpPr>
          <a:xfrm>
            <a:off x="9461777" y="6660859"/>
            <a:ext cx="7911823" cy="1220805"/>
            <a:chOff x="927376" y="6503282"/>
            <a:chExt cx="7911823" cy="1220805"/>
          </a:xfrm>
        </p:grpSpPr>
        <p:sp>
          <p:nvSpPr>
            <p:cNvPr id="93" name="사각형: 둥근 모서리 92"/>
            <p:cNvSpPr/>
            <p:nvPr/>
          </p:nvSpPr>
          <p:spPr>
            <a:xfrm>
              <a:off x="927376" y="6503282"/>
              <a:ext cx="7911823" cy="1220805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rgbClr val="1F375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Pretendard Variable"/>
                <a:ea typeface="Pretendard Variable"/>
                <a:cs typeface="+mn-cs"/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1142999" y="6680253"/>
              <a:ext cx="5742505" cy="344020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9600"/>
                </a:lnSpc>
                <a:defRPr/>
              </a:pPr>
              <a:r>
                <a:rPr lang="ko-KR" altLang="en-US" sz="2300" b="0" i="0" u="none" strike="noStrike">
                  <a:latin typeface="Pretendard Variable"/>
                  <a:ea typeface="Pretendard Variable"/>
                  <a:cs typeface="+mn-cs"/>
                </a:rPr>
                <a:t>네트워크 담당</a:t>
              </a:r>
              <a:r>
                <a:rPr lang="en-US" altLang="ko-KR" sz="2300" b="0" i="0" u="none" strike="noStrike">
                  <a:latin typeface="Pretendard Variable"/>
                  <a:ea typeface="Pretendard Variable"/>
                  <a:cs typeface="+mn-cs"/>
                </a:rPr>
                <a:t>: </a:t>
              </a:r>
              <a:r>
                <a:rPr lang="ko-KR" altLang="en-US" sz="2300" b="0" i="0" u="none" strike="noStrike">
                  <a:latin typeface="Pretendard Variable"/>
                  <a:ea typeface="Pretendard Variable"/>
                  <a:cs typeface="+mn-cs"/>
                </a:rPr>
                <a:t>김현석</a:t>
              </a:r>
              <a:r>
                <a:rPr lang="en-US" altLang="ko-KR" sz="2300" b="0" i="0" u="none" strike="noStrike">
                  <a:latin typeface="Pretendard Variable"/>
                  <a:ea typeface="Pretendard Variable"/>
                  <a:cs typeface="+mn-cs"/>
                </a:rPr>
                <a:t>, </a:t>
              </a:r>
              <a:r>
                <a:rPr lang="ko-KR" altLang="en-US" sz="2300" b="0" i="0" u="none" strike="noStrike">
                  <a:latin typeface="Pretendard Variable"/>
                  <a:ea typeface="Pretendard Variable"/>
                  <a:cs typeface="+mn-cs"/>
                </a:rPr>
                <a:t>심재혁</a:t>
              </a:r>
              <a:endParaRPr lang="en-US" altLang="ko-KR" sz="2300" b="0" i="0" u="none" strike="noStrike">
                <a:latin typeface="Pretendard Variable"/>
                <a:ea typeface="Pretendard Variable"/>
                <a:cs typeface="+mn-cs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1142999" y="7125608"/>
              <a:ext cx="7471292" cy="307777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9600"/>
                </a:lnSpc>
                <a:defRPr/>
              </a:pPr>
              <a:r>
                <a:rPr lang="en-US" altLang="ko-KR" sz="2000" b="0" i="0" u="none" strike="noStrike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Wi-Fi </a:t>
              </a:r>
              <a:r>
                <a:rPr lang="ko-KR" altLang="en-US" sz="2000" b="0" i="0" u="none" strike="noStrike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환경 이해</a:t>
              </a:r>
              <a:r>
                <a:rPr lang="en-US" altLang="ko-KR" sz="2000" b="0" i="0" u="none" strike="noStrike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, AP </a:t>
              </a:r>
              <a:r>
                <a:rPr lang="ko-KR" altLang="en-US" sz="2000" b="0" i="0" u="none" strike="noStrike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구성</a:t>
              </a:r>
              <a:r>
                <a:rPr lang="en-US" altLang="ko-KR" sz="2000" b="0" i="0" u="none" strike="noStrike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, OpenWrt </a:t>
              </a:r>
              <a:r>
                <a:rPr lang="ko-KR" altLang="en-US" sz="2000" b="0" i="0" u="none" strike="noStrike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연동 및 장비 정보 수집</a:t>
              </a:r>
              <a:endParaRPr lang="en-US" altLang="ko-KR" sz="2000" b="0" i="0" u="none" strike="noStrike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+mn-cs"/>
              </a:endParaRPr>
            </a:p>
          </p:txBody>
        </p:sp>
      </p:grpSp>
      <p:grpSp>
        <p:nvGrpSpPr>
          <p:cNvPr id="96" name="그룹 95"/>
          <p:cNvGrpSpPr/>
          <p:nvPr/>
        </p:nvGrpSpPr>
        <p:grpSpPr>
          <a:xfrm>
            <a:off x="927376" y="8054685"/>
            <a:ext cx="7911823" cy="1220805"/>
            <a:chOff x="927376" y="6503282"/>
            <a:chExt cx="7911823" cy="1220805"/>
          </a:xfrm>
        </p:grpSpPr>
        <p:sp>
          <p:nvSpPr>
            <p:cNvPr id="97" name="사각형: 둥근 모서리 96"/>
            <p:cNvSpPr/>
            <p:nvPr/>
          </p:nvSpPr>
          <p:spPr>
            <a:xfrm>
              <a:off x="927376" y="6503282"/>
              <a:ext cx="7911823" cy="1220805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rgbClr val="1F375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Pretendard Variable"/>
                <a:ea typeface="Pretendard Variable"/>
                <a:cs typeface="+mn-cs"/>
              </a:endParaRP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1139308" y="6680252"/>
              <a:ext cx="5742505" cy="353944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9600"/>
                </a:lnSpc>
                <a:defRPr/>
              </a:pPr>
              <a:r>
                <a:rPr lang="ko-KR" altLang="en-US" sz="2300" b="0" i="0" u="none" strike="noStrike">
                  <a:latin typeface="Pretendard Variable"/>
                  <a:ea typeface="Pretendard Variable"/>
                  <a:cs typeface="+mn-cs"/>
                </a:rPr>
                <a:t>프론트엔드 담당</a:t>
              </a:r>
              <a:r>
                <a:rPr lang="en-US" altLang="ko-KR" sz="2300" b="0" i="0" u="none" strike="noStrike">
                  <a:latin typeface="Pretendard Variable"/>
                  <a:ea typeface="Pretendard Variable"/>
                  <a:cs typeface="+mn-cs"/>
                </a:rPr>
                <a:t>: </a:t>
              </a:r>
              <a:r>
                <a:rPr lang="ko-KR" altLang="en-US" sz="2300" b="0" i="0" u="none" strike="noStrike">
                  <a:latin typeface="Pretendard Variable"/>
                  <a:ea typeface="Pretendard Variable"/>
                  <a:cs typeface="+mn-cs"/>
                </a:rPr>
                <a:t>박준완</a:t>
              </a:r>
              <a:r>
                <a:rPr lang="en-US" altLang="ko-KR" sz="2300">
                  <a:latin typeface="Pretendard Variable"/>
                  <a:ea typeface="Pretendard Variable"/>
                  <a:cs typeface="+mn-cs"/>
                </a:rPr>
                <a:t>,</a:t>
              </a:r>
              <a:r>
                <a:rPr lang="ko-KR" altLang="en-US" sz="2300">
                  <a:latin typeface="Pretendard Variable"/>
                  <a:ea typeface="Pretendard Variable"/>
                  <a:cs typeface="+mn-cs"/>
                </a:rPr>
                <a:t> 이다인</a:t>
              </a:r>
              <a:endParaRPr lang="en-US" altLang="ko-KR" sz="2300" b="0" i="0" u="none" strike="noStrike">
                <a:latin typeface="Pretendard Variable"/>
                <a:ea typeface="Pretendard Variable"/>
                <a:cs typeface="+mn-cs"/>
              </a:endParaRP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139308" y="7125608"/>
              <a:ext cx="7471292" cy="295538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9600"/>
                </a:lnSpc>
                <a:defRPr/>
              </a:pPr>
              <a:r>
                <a:rPr lang="ko-KR" altLang="en-US" sz="2000" b="0" i="0" u="none" strike="noStrike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사용자 흐름 설계</a:t>
              </a:r>
              <a:r>
                <a:rPr lang="en-US" altLang="ko-KR" sz="2000" b="0" i="0" u="none" strike="noStrike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, </a:t>
              </a:r>
              <a:r>
                <a:rPr lang="ko-KR" altLang="en-US" sz="2000" b="0" i="0" u="none" strike="noStrike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화면 구현</a:t>
              </a:r>
              <a:r>
                <a:rPr lang="en-US" altLang="ko-KR" sz="2000" b="0" i="0" u="none" strike="noStrike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, </a:t>
              </a:r>
              <a:r>
                <a:rPr lang="ko-KR" altLang="en-US" sz="2000" b="0" i="0" u="none" strike="noStrike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발표자료와 </a:t>
              </a:r>
              <a:r>
                <a:rPr lang="en-US" altLang="ko-KR" sz="2000" b="0" i="0" u="none" strike="noStrike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UI </a:t>
              </a:r>
              <a:r>
                <a:rPr lang="ko-KR" altLang="en-US" sz="2000" b="0" i="0" u="none" strike="noStrike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표현 정리</a:t>
              </a:r>
              <a:endParaRPr lang="en-US" altLang="ko-KR" sz="2000" b="0" i="0" u="none" strike="noStrike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+mn-cs"/>
              </a:endParaRPr>
            </a:p>
          </p:txBody>
        </p:sp>
      </p:grpSp>
      <p:grpSp>
        <p:nvGrpSpPr>
          <p:cNvPr id="100" name="그룹 99"/>
          <p:cNvGrpSpPr/>
          <p:nvPr/>
        </p:nvGrpSpPr>
        <p:grpSpPr>
          <a:xfrm>
            <a:off x="9461777" y="8054685"/>
            <a:ext cx="7911823" cy="1220805"/>
            <a:chOff x="927376" y="6503282"/>
            <a:chExt cx="7911823" cy="1220805"/>
          </a:xfrm>
        </p:grpSpPr>
        <p:sp>
          <p:nvSpPr>
            <p:cNvPr id="101" name="사각형: 둥근 모서리 100"/>
            <p:cNvSpPr/>
            <p:nvPr/>
          </p:nvSpPr>
          <p:spPr>
            <a:xfrm>
              <a:off x="927376" y="6503282"/>
              <a:ext cx="7911823" cy="1220805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rgbClr val="1F375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Pretendard Variable"/>
                <a:ea typeface="Pretendard Variable"/>
                <a:cs typeface="+mn-cs"/>
              </a:endParaRP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1142999" y="6680252"/>
              <a:ext cx="5742505" cy="353944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9600"/>
                </a:lnSpc>
                <a:defRPr/>
              </a:pPr>
              <a:r>
                <a:rPr lang="ko-KR" altLang="en-US" sz="2300" b="0" i="0" u="none" strike="noStrike">
                  <a:latin typeface="Pretendard Variable"/>
                  <a:ea typeface="Pretendard Variable"/>
                  <a:cs typeface="+mn-cs"/>
                </a:rPr>
                <a:t>테스트 담당</a:t>
              </a:r>
              <a:r>
                <a:rPr lang="en-US" altLang="ko-KR" sz="2300" b="0" i="0" u="none" strike="noStrike">
                  <a:latin typeface="Pretendard Variable"/>
                  <a:ea typeface="Pretendard Variable"/>
                  <a:cs typeface="+mn-cs"/>
                </a:rPr>
                <a:t>: </a:t>
              </a:r>
              <a:r>
                <a:rPr lang="ko-KR" altLang="en-US" sz="2300">
                  <a:latin typeface="Pretendard Variable"/>
                  <a:ea typeface="Pretendard Variable"/>
                  <a:cs typeface="+mn-cs"/>
                </a:rPr>
                <a:t>이다인</a:t>
              </a:r>
              <a:r>
                <a:rPr lang="en-US" altLang="ko-KR" sz="2300">
                  <a:latin typeface="Pretendard Variable"/>
                  <a:ea typeface="Pretendard Variable"/>
                  <a:cs typeface="+mn-cs"/>
                </a:rPr>
                <a:t>, </a:t>
              </a:r>
              <a:r>
                <a:rPr lang="ko-KR" altLang="en-US" sz="2300">
                  <a:latin typeface="Pretendard Variable"/>
                  <a:ea typeface="Pretendard Variable"/>
                  <a:cs typeface="+mn-cs"/>
                </a:rPr>
                <a:t>박준완</a:t>
              </a:r>
              <a:endParaRPr lang="en-US" altLang="ko-KR" sz="2300" b="0" i="0" u="none" strike="noStrike">
                <a:latin typeface="Pretendard Variable"/>
                <a:ea typeface="Pretendard Variable"/>
                <a:cs typeface="+mn-cs"/>
              </a:endParaRP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1142999" y="7125608"/>
              <a:ext cx="7471292" cy="295538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99600"/>
                </a:lnSpc>
                <a:defRPr/>
              </a:pPr>
              <a:r>
                <a:rPr lang="ko-KR" altLang="en-US" sz="2000" b="0" i="0" u="none" strike="noStrike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기능 시나리오 설계</a:t>
              </a:r>
              <a:r>
                <a:rPr lang="en-US" altLang="ko-KR" sz="2000" b="0" i="0" u="none" strike="noStrike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, </a:t>
              </a:r>
              <a:r>
                <a:rPr lang="ko-KR" altLang="en-US" sz="2000" b="0" i="0" u="none" strike="noStrike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예외 케이스 검증</a:t>
              </a:r>
              <a:r>
                <a:rPr lang="en-US" altLang="ko-KR" sz="2000" b="0" i="0" u="none" strike="noStrike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, </a:t>
              </a:r>
              <a:r>
                <a:rPr lang="ko-KR" altLang="en-US" sz="2000" b="0" i="0" u="none" strike="noStrike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통합 테스트 수행 능력</a:t>
              </a:r>
              <a:endParaRPr lang="en-US" altLang="ko-KR" sz="2000" b="0" i="0" u="none" strike="noStrike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+mn-cs"/>
              </a:endParaRP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914401" y="2524161"/>
            <a:ext cx="3505199" cy="3905213"/>
            <a:chOff x="914401" y="2320160"/>
            <a:chExt cx="3505199" cy="3905213"/>
          </a:xfrm>
        </p:grpSpPr>
        <p:pic>
          <p:nvPicPr>
            <p:cNvPr id="4" name="그림 3" descr="인간의 얼굴, 의류, 사람, 턱이(가) 표시된 사진  AI가 생성한 콘텐츠는 부정확할 수 있습니다."/>
            <p:cNvPicPr>
              <a:picLocks noChangeAspect="1"/>
            </p:cNvPicPr>
            <p:nvPr/>
          </p:nvPicPr>
          <p:blipFill rotWithShape="1">
            <a:blip r:embed="rId6"/>
            <a:stretch>
              <a:fillRect/>
            </a:stretch>
          </p:blipFill>
          <p:spPr>
            <a:xfrm>
              <a:off x="1105885" y="2320160"/>
              <a:ext cx="2114550" cy="2819400"/>
            </a:xfrm>
            <a:prstGeom prst="rect">
              <a:avLst/>
            </a:prstGeom>
          </p:spPr>
        </p:pic>
        <p:grpSp>
          <p:nvGrpSpPr>
            <p:cNvPr id="57" name="그룹 56"/>
            <p:cNvGrpSpPr/>
            <p:nvPr/>
          </p:nvGrpSpPr>
          <p:grpSpPr>
            <a:xfrm>
              <a:off x="914401" y="2324100"/>
              <a:ext cx="3505199" cy="3901273"/>
              <a:chOff x="608530" y="3238500"/>
              <a:chExt cx="3521590" cy="3901273"/>
            </a:xfrm>
          </p:grpSpPr>
          <p:grpSp>
            <p:nvGrpSpPr>
              <p:cNvPr id="53" name="그룹 52"/>
              <p:cNvGrpSpPr/>
              <p:nvPr/>
            </p:nvGrpSpPr>
            <p:grpSpPr>
              <a:xfrm>
                <a:off x="608530" y="6057900"/>
                <a:ext cx="3521590" cy="1081873"/>
                <a:chOff x="590550" y="5753100"/>
                <a:chExt cx="3521590" cy="1081873"/>
              </a:xfrm>
            </p:grpSpPr>
            <p:sp>
              <p:nvSpPr>
                <p:cNvPr id="49" name="TextBox 36"/>
                <p:cNvSpPr txBox="1"/>
                <p:nvPr/>
              </p:nvSpPr>
              <p:spPr>
                <a:xfrm>
                  <a:off x="2204554" y="6006299"/>
                  <a:ext cx="1907586" cy="482600"/>
                </a:xfrm>
                <a:prstGeom prst="rect">
                  <a:avLst/>
                </a:prstGeom>
              </p:spPr>
              <p:txBody>
                <a:bodyPr lIns="0" tIns="0" rIns="0" bIns="0" anchor="ctr"/>
                <a:lstStyle/>
                <a:p>
                  <a:pPr lvl="0" algn="l">
                    <a:lnSpc>
                      <a:spcPct val="99600"/>
                    </a:lnSpc>
                    <a:defRPr/>
                  </a:pPr>
                  <a:r>
                    <a:rPr lang="ko-KR" altLang="en-US" sz="2700" b="0" i="0" u="none" strike="noStrike">
                      <a:solidFill>
                        <a:srgbClr val="1F375D"/>
                      </a:solidFill>
                      <a:latin typeface="Pretendard Variable"/>
                      <a:ea typeface="Pretendard Variable"/>
                      <a:cs typeface="+mn-cs"/>
                    </a:rPr>
                    <a:t>팀장</a:t>
                  </a:r>
                  <a:endParaRPr lang="ko-KR" sz="2700" b="0" i="0" u="none" strike="noStrike">
                    <a:solidFill>
                      <a:srgbClr val="1F375D"/>
                    </a:solidFill>
                    <a:latin typeface="Pretendard Variable"/>
                    <a:ea typeface="Pretendard Variable"/>
                    <a:cs typeface="+mn-cs"/>
                  </a:endParaRPr>
                </a:p>
              </p:txBody>
            </p:sp>
            <p:sp>
              <p:nvSpPr>
                <p:cNvPr id="50" name="TextBox 37"/>
                <p:cNvSpPr txBox="1"/>
                <p:nvPr/>
              </p:nvSpPr>
              <p:spPr>
                <a:xfrm>
                  <a:off x="590550" y="5867400"/>
                  <a:ext cx="2143576" cy="623156"/>
                </a:xfrm>
                <a:prstGeom prst="rect">
                  <a:avLst/>
                </a:prstGeom>
              </p:spPr>
              <p:txBody>
                <a:bodyPr lIns="0" tIns="0" rIns="0" bIns="0" anchor="ctr"/>
                <a:lstStyle/>
                <a:p>
                  <a:pPr lvl="0" algn="l">
                    <a:lnSpc>
                      <a:spcPct val="99600"/>
                    </a:lnSpc>
                    <a:defRPr/>
                  </a:pPr>
                  <a:r>
                    <a:rPr lang="ko-KR" altLang="en-US" sz="4100">
                      <a:solidFill>
                        <a:srgbClr val="1F375D"/>
                      </a:solidFill>
                      <a:latin typeface="Pretendard Variable"/>
                      <a:ea typeface="Pretendard Variable"/>
                      <a:cs typeface="+mn-cs"/>
                    </a:rPr>
                    <a:t>김현석</a:t>
                  </a:r>
                  <a:endParaRPr lang="ko-KR" sz="4100" b="0" i="0" u="none" strike="noStrike">
                    <a:solidFill>
                      <a:srgbClr val="1F375D"/>
                    </a:solidFill>
                    <a:latin typeface="Pretendard Variable"/>
                    <a:ea typeface="Pretendard Variable"/>
                    <a:cs typeface="+mn-cs"/>
                  </a:endParaRPr>
                </a:p>
              </p:txBody>
            </p:sp>
            <p:sp>
              <p:nvSpPr>
                <p:cNvPr id="51" name="직사각형 50"/>
                <p:cNvSpPr/>
                <p:nvPr/>
              </p:nvSpPr>
              <p:spPr>
                <a:xfrm>
                  <a:off x="591620" y="5753100"/>
                  <a:ext cx="2494480" cy="115130"/>
                </a:xfrm>
                <a:prstGeom prst="rect">
                  <a:avLst/>
                </a:prstGeom>
                <a:solidFill>
                  <a:srgbClr val="1F375D"/>
                </a:solidFill>
                <a:ln>
                  <a:solidFill>
                    <a:srgbClr val="1F375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en-US">
                    <a:latin typeface="Pretendard Variable"/>
                    <a:ea typeface="Pretendard Variable"/>
                    <a:cs typeface="+mn-cs"/>
                  </a:endParaRPr>
                </a:p>
              </p:txBody>
            </p:sp>
            <p:sp>
              <p:nvSpPr>
                <p:cNvPr id="52" name="TextBox 51"/>
                <p:cNvSpPr txBox="1"/>
                <p:nvPr/>
              </p:nvSpPr>
              <p:spPr>
                <a:xfrm>
                  <a:off x="608528" y="6490557"/>
                  <a:ext cx="3350499" cy="344416"/>
                </a:xfrm>
                <a:prstGeom prst="rect">
                  <a:avLst/>
                </a:prstGeom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l">
                    <a:lnSpc>
                      <a:spcPct val="99600"/>
                    </a:lnSpc>
                    <a:defRPr/>
                  </a:pPr>
                  <a:r>
                    <a:rPr lang="ko-KR" altLang="en-US" sz="2300" b="0" i="0" u="none" strike="noStrike">
                      <a:latin typeface="Pretendard Variable"/>
                      <a:ea typeface="Pretendard Variable"/>
                      <a:cs typeface="+mn-cs"/>
                    </a:rPr>
                    <a:t>관심사</a:t>
                  </a:r>
                  <a:r>
                    <a:rPr lang="en-US" altLang="ko-KR" sz="2300" b="0" i="0" u="none" strike="noStrike">
                      <a:latin typeface="Pretendard Variable"/>
                      <a:ea typeface="Pretendard Variable"/>
                      <a:cs typeface="+mn-cs"/>
                    </a:rPr>
                    <a:t>: </a:t>
                  </a:r>
                  <a:r>
                    <a:rPr lang="ko-KR" altLang="en-US" sz="2300" b="0" i="0" u="none" strike="noStrike">
                      <a:latin typeface="Pretendard Variable"/>
                      <a:ea typeface="Pretendard Variable"/>
                      <a:cs typeface="+mn-cs"/>
                    </a:rPr>
                    <a:t>리눅스</a:t>
                  </a:r>
                  <a:r>
                    <a:rPr lang="en-US" altLang="ko-KR" sz="2300" b="0" i="0" u="none" strike="noStrike">
                      <a:latin typeface="Pretendard Variable"/>
                      <a:ea typeface="Pretendard Variable"/>
                      <a:cs typeface="+mn-cs"/>
                    </a:rPr>
                    <a:t>, </a:t>
                  </a:r>
                  <a:r>
                    <a:rPr lang="ko-KR" altLang="en-US" sz="2300" b="0" i="0" u="none" strike="noStrike">
                      <a:latin typeface="Pretendard Variable"/>
                      <a:ea typeface="Pretendard Variable"/>
                      <a:cs typeface="+mn-cs"/>
                    </a:rPr>
                    <a:t>도커</a:t>
                  </a:r>
                  <a:endParaRPr lang="en-US" altLang="ko-KR" sz="2300" b="0" i="0" u="none" strike="noStrike">
                    <a:latin typeface="Pretendard Variable"/>
                    <a:ea typeface="Pretendard Variable"/>
                    <a:cs typeface="+mn-cs"/>
                  </a:endParaRPr>
                </a:p>
              </p:txBody>
            </p:sp>
          </p:grpSp>
          <p:sp>
            <p:nvSpPr>
              <p:cNvPr id="56" name="사각형: 둥근 모서리 55"/>
              <p:cNvSpPr/>
              <p:nvPr/>
            </p:nvSpPr>
            <p:spPr>
              <a:xfrm>
                <a:off x="608530" y="3238500"/>
                <a:ext cx="2494480" cy="2819400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1F375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latin typeface="Pretendard Variable"/>
                  <a:ea typeface="Pretendard Variable"/>
                  <a:cs typeface="+mn-cs"/>
                </a:endParaRPr>
              </a:p>
            </p:txBody>
          </p:sp>
        </p:grpSp>
      </p:grpSp>
      <p:sp>
        <p:nvSpPr>
          <p:cNvPr id="17" name="바닥글 개체 틀 16">
            <a:extLst>
              <a:ext uri="{FF2B5EF4-FFF2-40B4-BE49-F238E27FC236}">
                <a16:creationId xmlns:a16="http://schemas.microsoft.com/office/drawing/2014/main" id="{17FDF928-2F7F-A3AD-D7F3-EC0F159D3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74C2BE50-A63D-0226-363A-794F94318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DB11-7331-4A71-B882-1AEAEEE59EE0}" type="slidenum">
              <a:rPr lang="ko-KR" altLang="en-US" smtClean="0"/>
              <a:pPr/>
              <a:t>3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>
                <a:cs typeface="Pretendard Variable"/>
              </a:rPr>
              <a:t>02 </a:t>
            </a:r>
            <a:r>
              <a:rPr lang="ko-KR" altLang="en-US">
                <a:cs typeface="Pretendard Variable"/>
              </a:rPr>
              <a:t>프로젝트 개요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2D3F7A6-B09B-B0DE-309B-A45AF395A2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002789-1650-BDD3-BC4F-983AFEA02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1F0310-74E4-0593-E6E8-DA6760406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28A6-690D-4FFC-8B6B-22EB395B72EA}" type="slidenum">
              <a:rPr lang="ko-KR" altLang="en-US" smtClean="0"/>
              <a:pPr/>
              <a:t>4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2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프로젝트 개요</a:t>
            </a:r>
          </a:p>
        </p:txBody>
      </p:sp>
      <p:sp>
        <p:nvSpPr>
          <p:cNvPr id="31" name="사각형: 둥근 모서리 30"/>
          <p:cNvSpPr/>
          <p:nvPr/>
        </p:nvSpPr>
        <p:spPr>
          <a:xfrm>
            <a:off x="619124" y="2400300"/>
            <a:ext cx="17059276" cy="1828800"/>
          </a:xfrm>
          <a:prstGeom prst="roundRect">
            <a:avLst>
              <a:gd name="adj" fmla="val 0"/>
            </a:avLst>
          </a:prstGeom>
          <a:noFill/>
          <a:ln>
            <a:solidFill>
              <a:srgbClr val="1F37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Pretendard Variable"/>
              <a:ea typeface="Pretendard Variable"/>
              <a:cs typeface="+mn-cs"/>
            </a:endParaRPr>
          </a:p>
        </p:txBody>
      </p:sp>
      <p:sp>
        <p:nvSpPr>
          <p:cNvPr id="32" name="TextBox 36"/>
          <p:cNvSpPr txBox="1"/>
          <p:nvPr/>
        </p:nvSpPr>
        <p:spPr>
          <a:xfrm>
            <a:off x="777875" y="2476500"/>
            <a:ext cx="1121810" cy="4826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2700" b="0" i="0" u="none" strike="noStrike">
                <a:solidFill>
                  <a:srgbClr val="1F375D"/>
                </a:solidFill>
                <a:latin typeface="Pretendard Variable"/>
                <a:ea typeface="Pretendard Variable"/>
                <a:cs typeface="+mn-cs"/>
              </a:rPr>
              <a:t>정의</a:t>
            </a:r>
            <a:endParaRPr lang="ko-KR" sz="2700" b="0" i="0" u="none" strike="noStrike">
              <a:solidFill>
                <a:srgbClr val="1F375D"/>
              </a:solidFill>
              <a:latin typeface="Pretendard Variable"/>
              <a:ea typeface="Pretendard Variable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79585" y="3122711"/>
            <a:ext cx="15984413" cy="90636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9600"/>
              </a:lnSpc>
              <a:defRPr/>
            </a:pPr>
            <a:r>
              <a: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+mn-cs"/>
              </a:rPr>
              <a:t>본 프로젝트는 조선대학교 사이버 캠퍼스 개선형 프로토 타입입니다</a:t>
            </a:r>
            <a:r>
              <a:rPr lang="en-US" altLang="ko-KR" sz="200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+mn-cs"/>
              </a:rPr>
              <a:t>. </a:t>
            </a:r>
            <a:br>
              <a:rPr lang="en-US" altLang="ko-KR" sz="200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+mn-cs"/>
              </a:rPr>
            </a:br>
            <a:r>
              <a: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+mn-cs"/>
              </a:rPr>
              <a:t>기존</a:t>
            </a:r>
            <a:r>
              <a:rPr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+mn-cs"/>
              </a:rPr>
              <a:t> </a:t>
            </a:r>
            <a:r>
              <a:rPr lang="en-US" altLang="ko-KR" sz="2000" b="1">
                <a:solidFill>
                  <a:srgbClr val="FF0000"/>
                </a:solidFill>
                <a:latin typeface="Pretendard Variable"/>
                <a:ea typeface="Pretendard Variable"/>
                <a:cs typeface="+mn-cs"/>
              </a:rPr>
              <a:t>LMS(Learning Management System)</a:t>
            </a:r>
            <a:r>
              <a: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+mn-cs"/>
              </a:rPr>
              <a:t>의 핵심 기능을 재 구현 하면서 </a:t>
            </a:r>
            <a:r>
              <a:rPr lang="en-US" altLang="ko-KR" sz="2000" b="1">
                <a:solidFill>
                  <a:srgbClr val="FF0000"/>
                </a:solidFill>
                <a:latin typeface="Pretendard Variable"/>
                <a:ea typeface="Pretendard Variable"/>
                <a:cs typeface="+mn-cs"/>
              </a:rPr>
              <a:t>Wi-Fi(Wireless Fidelity)</a:t>
            </a:r>
            <a:r>
              <a:rPr lang="en-US" altLang="ko-KR" sz="200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+mn-cs"/>
              </a:rPr>
              <a:t> </a:t>
            </a:r>
            <a:r>
              <a: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+mn-cs"/>
              </a:rPr>
              <a:t>기반 위치 판별과 단말 인증 기반 출석 체크를 결합한 스마트 클래스 시스템을 구현합니다</a:t>
            </a:r>
            <a:r>
              <a:rPr lang="en-US" altLang="ko-KR" sz="200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+mn-cs"/>
              </a:rPr>
              <a:t>.</a:t>
            </a:r>
            <a:endParaRPr lang="en-US" altLang="ko-KR" sz="2000" b="0" i="0" u="none" strike="noStrike">
              <a:solidFill>
                <a:schemeClr val="tx1">
                  <a:lumMod val="75000"/>
                  <a:lumOff val="25000"/>
                </a:schemeClr>
              </a:solidFill>
              <a:latin typeface="Pretendard Variable"/>
              <a:ea typeface="Pretendard Variable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F761C9E-079C-1F3B-A03A-1CF3684B2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487545"/>
            <a:ext cx="5225074" cy="44251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BE1FC3D-AB4C-6062-7D23-B9E203F4A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334" y="4487545"/>
            <a:ext cx="5225074" cy="44430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2287B38-363A-63FF-ABD9-C03FD0B228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0100" y="4487545"/>
            <a:ext cx="5225074" cy="43870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94FA24-D888-50BA-8E79-A6C4C2CA1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1238306-FFDA-76F8-B30A-591CC46F9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DB11-7331-4A71-B882-1AEAEEE59EE0}" type="slidenum">
              <a:rPr lang="ko-KR" altLang="en-US" smtClean="0"/>
              <a:pPr/>
              <a:t>5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>
                <a:cs typeface="Pretendard Variable"/>
              </a:rPr>
              <a:t>03 </a:t>
            </a:r>
            <a:r>
              <a:rPr lang="ko-KR" altLang="en-US">
                <a:cs typeface="Pretendard Variable"/>
              </a:rPr>
              <a:t>문제 정의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>
                <a:cs typeface="Pretendard Variable"/>
              </a:rPr>
              <a:t>기존 출석체크 시스템의 문제점에 대한 설명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FBE1F1C-9E1A-A516-10BE-764B94378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F7BAA7-DE2B-216A-7752-4FF86C26A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28A6-690D-4FFC-8B6B-22EB395B72EA}" type="slidenum">
              <a:rPr lang="ko-KR" altLang="en-US" smtClean="0"/>
              <a:pPr/>
              <a:t>6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2E82E-9C93-FC81-5FEF-811BC7279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6AEC38-A6DA-924D-0391-49FCD8574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cs typeface="Pretendard Variable" panose="02000003000000020004" pitchFamily="2" charset="-127"/>
              </a:rPr>
              <a:t>문제 정의</a:t>
            </a:r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EFCFB23F-CBB5-137C-508E-D88F7017E031}"/>
              </a:ext>
            </a:extLst>
          </p:cNvPr>
          <p:cNvSpPr txBox="1"/>
          <p:nvPr/>
        </p:nvSpPr>
        <p:spPr>
          <a:xfrm>
            <a:off x="622300" y="7264400"/>
            <a:ext cx="12153900" cy="1473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1" algn="l">
              <a:lnSpc>
                <a:spcPct val="99600"/>
              </a:lnSpc>
            </a:pPr>
            <a:endParaRPr lang="ko-KR" sz="2300" b="0" i="0" u="none" strike="noStrike" dirty="0">
              <a:solidFill>
                <a:srgbClr val="8B8B8B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5" name="TextBox 17">
            <a:extLst>
              <a:ext uri="{FF2B5EF4-FFF2-40B4-BE49-F238E27FC236}">
                <a16:creationId xmlns:a16="http://schemas.microsoft.com/office/drawing/2014/main" id="{6E2D419F-E349-7C2C-5AF6-DBAC55715FF7}"/>
              </a:ext>
            </a:extLst>
          </p:cNvPr>
          <p:cNvSpPr txBox="1"/>
          <p:nvPr/>
        </p:nvSpPr>
        <p:spPr>
          <a:xfrm>
            <a:off x="9652000" y="4927600"/>
            <a:ext cx="6134100" cy="762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0" indent="-342900" algn="l">
              <a:lnSpc>
                <a:spcPct val="99600"/>
              </a:lnSpc>
              <a:buClr>
                <a:srgbClr val="8B8B8B"/>
              </a:buClr>
              <a:buFont typeface="Arial"/>
              <a:buChar char="●"/>
            </a:pPr>
            <a:endParaRPr lang="ko-KR" sz="2300" b="0" i="0" u="none" strike="noStrike" dirty="0">
              <a:solidFill>
                <a:srgbClr val="8B8B8B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CBCBA1A-9B22-3FB4-4D1D-1F88C36DEF87}"/>
              </a:ext>
            </a:extLst>
          </p:cNvPr>
          <p:cNvGrpSpPr/>
          <p:nvPr/>
        </p:nvGrpSpPr>
        <p:grpSpPr>
          <a:xfrm>
            <a:off x="914400" y="2946400"/>
            <a:ext cx="9143999" cy="6299200"/>
            <a:chOff x="803987" y="2946400"/>
            <a:chExt cx="9143999" cy="6299200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7371A125-64BC-1C15-3207-421274D641E3}"/>
                </a:ext>
              </a:extLst>
            </p:cNvPr>
            <p:cNvSpPr/>
            <p:nvPr/>
          </p:nvSpPr>
          <p:spPr>
            <a:xfrm>
              <a:off x="803987" y="2946400"/>
              <a:ext cx="7924799" cy="62992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F375D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endParaRPr>
            </a:p>
          </p:txBody>
        </p:sp>
        <p:sp>
          <p:nvSpPr>
            <p:cNvPr id="9" name="TextBox 10">
              <a:extLst>
                <a:ext uri="{FF2B5EF4-FFF2-40B4-BE49-F238E27FC236}">
                  <a16:creationId xmlns:a16="http://schemas.microsoft.com/office/drawing/2014/main" id="{17ECAB8B-C7D3-759C-CFB2-EFE9D03134C9}"/>
                </a:ext>
              </a:extLst>
            </p:cNvPr>
            <p:cNvSpPr txBox="1"/>
            <p:nvPr/>
          </p:nvSpPr>
          <p:spPr>
            <a:xfrm>
              <a:off x="992541" y="3899337"/>
              <a:ext cx="8955445" cy="29146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42900" lvl="0" indent="-342900" algn="l">
                <a:lnSpc>
                  <a:spcPct val="99600"/>
                </a:lnSpc>
                <a:buClr>
                  <a:srgbClr val="8B8B8B"/>
                </a:buClr>
                <a:buFont typeface="Arial"/>
                <a:buChar char="●"/>
              </a:pPr>
              <a:r>
                <a:rPr lang="ko-KR" sz="2300" b="0" i="0" u="none" strike="noStrike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짧은</a:t>
              </a:r>
              <a:r>
                <a:rPr lang="en-US" sz="2300" b="0" i="0" u="none" strike="noStrike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 </a:t>
              </a:r>
              <a:r>
                <a:rPr lang="ko-KR" sz="2300" b="0" i="0" u="none" strike="noStrike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번호</a:t>
              </a:r>
              <a:r>
                <a:rPr lang="en-US" sz="2300" b="0" i="0" u="none" strike="noStrike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 </a:t>
              </a:r>
              <a:r>
                <a:rPr lang="ko-KR" sz="2300" b="0" i="0" u="none" strike="noStrike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인증은</a:t>
              </a:r>
              <a:r>
                <a:rPr lang="en-US" sz="2300" b="0" i="0" u="none" strike="noStrike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 </a:t>
              </a:r>
              <a:r>
                <a:rPr lang="ko-KR" sz="2300" b="0" i="0" u="none" strike="noStrike" dirty="0">
                  <a:solidFill>
                    <a:srgbClr val="FF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무차별</a:t>
              </a:r>
              <a:r>
                <a:rPr lang="en-US" sz="2300" b="0" i="0" u="none" strike="noStrike" dirty="0">
                  <a:solidFill>
                    <a:srgbClr val="FF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 </a:t>
              </a:r>
              <a:r>
                <a:rPr lang="ko-KR" sz="2300" b="0" i="0" u="none" strike="noStrike" dirty="0">
                  <a:solidFill>
                    <a:srgbClr val="FF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대입</a:t>
              </a:r>
              <a:r>
                <a:rPr lang="en-US" sz="2300" b="0" i="0" u="none" strike="noStrike" dirty="0">
                  <a:solidFill>
                    <a:srgbClr val="FF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 </a:t>
              </a:r>
              <a:r>
                <a:rPr lang="ko-KR" sz="2300" b="0" i="0" u="none" strike="noStrike" dirty="0">
                  <a:solidFill>
                    <a:srgbClr val="FF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공격</a:t>
              </a:r>
              <a:r>
                <a:rPr lang="ko-KR" sz="2300" b="0" i="0" u="none" strike="noStrike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에</a:t>
              </a:r>
              <a:r>
                <a:rPr lang="en-US" sz="2300" b="0" i="0" u="none" strike="noStrike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 </a:t>
              </a:r>
              <a:r>
                <a:rPr lang="ko-KR" sz="2300" b="0" i="0" u="none" strike="noStrike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취약</a:t>
              </a:r>
              <a:endParaRPr lang="en-US" altLang="ko-KR" sz="2300" b="0" i="0" u="none" strike="noStrike" dirty="0">
                <a:solidFill>
                  <a:srgbClr val="8B8B8B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endParaRPr>
            </a:p>
            <a:p>
              <a:pPr marL="342900" lvl="0" indent="-342900" algn="l">
                <a:lnSpc>
                  <a:spcPct val="99600"/>
                </a:lnSpc>
                <a:buClr>
                  <a:srgbClr val="8B8B8B"/>
                </a:buClr>
                <a:buFont typeface="Arial"/>
                <a:buChar char="●"/>
              </a:pPr>
              <a:endParaRPr lang="en-US" altLang="ko-KR" sz="2300" dirty="0">
                <a:solidFill>
                  <a:srgbClr val="8B8B8B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endParaRPr>
            </a:p>
            <a:p>
              <a:pPr marL="342900" lvl="0" indent="-342900" algn="l">
                <a:lnSpc>
                  <a:spcPct val="99600"/>
                </a:lnSpc>
                <a:buClr>
                  <a:srgbClr val="8B8B8B"/>
                </a:buClr>
                <a:buFont typeface="Arial"/>
                <a:buChar char="●"/>
              </a:pPr>
              <a:r>
                <a:rPr lang="ko-KR" sz="2300" b="0" i="0" u="none" strike="noStrike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번호</a:t>
              </a:r>
              <a:r>
                <a:rPr lang="en-US" sz="2300" b="0" i="0" u="none" strike="noStrike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 </a:t>
              </a:r>
              <a:r>
                <a:rPr lang="ko-KR" sz="2300" b="0" i="0" u="none" strike="noStrike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공유를</a:t>
              </a:r>
              <a:r>
                <a:rPr lang="en-US" sz="2300" b="0" i="0" u="none" strike="noStrike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 </a:t>
              </a:r>
              <a:r>
                <a:rPr lang="ko-KR" sz="2300" b="0" i="0" u="none" strike="noStrike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통한</a:t>
              </a:r>
              <a:r>
                <a:rPr lang="en-US" sz="2300" b="0" i="0" u="none" strike="noStrike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 </a:t>
              </a:r>
              <a:r>
                <a:rPr lang="ko-KR" sz="2300" b="0" i="0" u="none" strike="noStrike" dirty="0">
                  <a:solidFill>
                    <a:srgbClr val="FF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대리</a:t>
              </a:r>
              <a:r>
                <a:rPr lang="en-US" sz="2300" b="0" i="0" u="none" strike="noStrike" dirty="0">
                  <a:solidFill>
                    <a:srgbClr val="FF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 </a:t>
              </a:r>
              <a:r>
                <a:rPr lang="ko-KR" sz="2300" b="0" i="0" u="none" strike="noStrike" dirty="0">
                  <a:solidFill>
                    <a:srgbClr val="FF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출석</a:t>
              </a:r>
              <a:r>
                <a:rPr lang="en-US" sz="2300" b="0" i="0" u="none" strike="noStrike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 </a:t>
              </a:r>
              <a:r>
                <a:rPr lang="ko-KR" sz="2300" b="0" i="0" u="none" strike="noStrike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막기</a:t>
              </a:r>
              <a:r>
                <a:rPr lang="en-US" sz="2300" b="0" i="0" u="none" strike="noStrike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 </a:t>
              </a:r>
              <a:r>
                <a:rPr lang="ko-KR" sz="2300" b="0" i="0" u="none" strike="noStrike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어려움</a:t>
              </a:r>
              <a:endParaRPr lang="en-US" altLang="ko-KR" sz="2300" b="0" i="0" u="none" strike="noStrike" dirty="0">
                <a:solidFill>
                  <a:srgbClr val="8B8B8B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endParaRPr>
            </a:p>
            <a:p>
              <a:pPr lvl="0" algn="l">
                <a:lnSpc>
                  <a:spcPct val="99600"/>
                </a:lnSpc>
              </a:pPr>
              <a:endParaRPr lang="en-US" altLang="ko-KR" sz="2300" b="0" i="0" u="none" strike="noStrike" dirty="0">
                <a:solidFill>
                  <a:srgbClr val="8B8B8B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endParaRPr>
            </a:p>
            <a:p>
              <a:pPr marL="342900" lvl="0" indent="-342900">
                <a:lnSpc>
                  <a:spcPct val="99600"/>
                </a:lnSpc>
                <a:buClr>
                  <a:srgbClr val="8B8B8B"/>
                </a:buClr>
                <a:buFont typeface="Arial"/>
                <a:buChar char="●"/>
              </a:pPr>
              <a:r>
                <a:rPr lang="ko-KR" altLang="ko-KR" sz="2300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출석</a:t>
              </a:r>
              <a:r>
                <a:rPr lang="en-US" altLang="ko-KR" sz="2300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 </a:t>
              </a:r>
              <a:r>
                <a:rPr lang="ko-KR" altLang="ko-KR" sz="2300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확인이</a:t>
              </a:r>
              <a:r>
                <a:rPr lang="en-US" altLang="ko-KR" sz="2300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 </a:t>
              </a:r>
              <a:r>
                <a:rPr lang="ko-KR" altLang="ko-KR" sz="2300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완료</a:t>
              </a:r>
              <a:r>
                <a:rPr lang="ko-KR" altLang="en-US" sz="2300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된</a:t>
              </a:r>
              <a:r>
                <a:rPr lang="en-US" altLang="ko-KR" sz="2300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 </a:t>
              </a:r>
              <a:r>
                <a:rPr lang="ko-KR" altLang="ko-KR" sz="2300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후</a:t>
              </a:r>
              <a:r>
                <a:rPr lang="en-US" altLang="ko-KR" sz="2300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 </a:t>
              </a:r>
              <a:r>
                <a:rPr lang="ko-KR" altLang="ko-KR" sz="2300" dirty="0">
                  <a:solidFill>
                    <a:srgbClr val="FF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강의실</a:t>
              </a:r>
              <a:r>
                <a:rPr lang="en-US" altLang="ko-KR" sz="2300" dirty="0">
                  <a:solidFill>
                    <a:srgbClr val="FF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 </a:t>
              </a:r>
              <a:r>
                <a:rPr lang="ko-KR" altLang="ko-KR" sz="2300" dirty="0">
                  <a:solidFill>
                    <a:srgbClr val="FF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퇴실</a:t>
              </a:r>
              <a:r>
                <a:rPr lang="en-US" altLang="ko-KR" sz="2300" dirty="0">
                  <a:solidFill>
                    <a:srgbClr val="FF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 </a:t>
              </a:r>
              <a:r>
                <a:rPr lang="ko-KR" altLang="en-US" sz="2300" dirty="0">
                  <a:solidFill>
                    <a:srgbClr val="FF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시</a:t>
              </a:r>
              <a:r>
                <a:rPr lang="en-US" altLang="ko-KR" sz="2300" dirty="0">
                  <a:solidFill>
                    <a:srgbClr val="FF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 </a:t>
              </a:r>
              <a:r>
                <a:rPr lang="ko-KR" altLang="ko-KR" sz="2300" dirty="0">
                  <a:solidFill>
                    <a:srgbClr val="FF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확인</a:t>
              </a:r>
              <a:r>
                <a:rPr lang="ko-KR" altLang="ko-KR" sz="2300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이</a:t>
              </a:r>
              <a:r>
                <a:rPr lang="en-US" altLang="ko-KR" sz="2300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 </a:t>
              </a:r>
              <a:r>
                <a:rPr lang="ko-KR" altLang="ko-KR" sz="2300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어려움</a:t>
              </a:r>
              <a:endParaRPr lang="en-US" altLang="ko-KR" sz="2300" dirty="0">
                <a:solidFill>
                  <a:srgbClr val="8B8B8B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endParaRPr>
            </a:p>
            <a:p>
              <a:pPr lvl="0">
                <a:lnSpc>
                  <a:spcPct val="99600"/>
                </a:lnSpc>
              </a:pPr>
              <a:endPara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endParaRPr>
            </a:p>
            <a:p>
              <a:pPr marL="342900" lvl="0" indent="-342900">
                <a:lnSpc>
                  <a:spcPct val="99600"/>
                </a:lnSpc>
                <a:buClr>
                  <a:srgbClr val="8B8B8B"/>
                </a:buClr>
                <a:buFont typeface="Arial"/>
                <a:buChar char="●"/>
              </a:pPr>
              <a:r>
                <a:rPr lang="ko-KR" altLang="en-US" sz="2300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인원을 직접 대조하는 과정에서 </a:t>
              </a:r>
              <a:br>
                <a:rPr lang="en-US" altLang="ko-KR" sz="2300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</a:br>
              <a:r>
                <a:rPr lang="en-US" altLang="ko-KR" sz="2300" dirty="0">
                  <a:solidFill>
                    <a:srgbClr val="FF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5-10</a:t>
              </a:r>
              <a:r>
                <a:rPr lang="ko-KR" altLang="en-US" sz="2300" dirty="0">
                  <a:solidFill>
                    <a:srgbClr val="FF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분 정도의 강의 시간이 낭비</a:t>
              </a:r>
              <a:r>
                <a:rPr lang="ko-KR" altLang="en-US" sz="2300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됨</a:t>
              </a:r>
            </a:p>
            <a:p>
              <a:pPr lvl="1">
                <a:lnSpc>
                  <a:spcPct val="99600"/>
                </a:lnSpc>
              </a:pPr>
              <a:endParaRPr lang="ko-KR" altLang="en-US" sz="2300" dirty="0">
                <a:solidFill>
                  <a:srgbClr val="8B8B8B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endParaRPr>
            </a:p>
            <a:p>
              <a:pPr lvl="0">
                <a:lnSpc>
                  <a:spcPct val="99600"/>
                </a:lnSpc>
              </a:pPr>
              <a:endParaRPr lang="ko-KR" altLang="ko-KR" sz="2300" dirty="0">
                <a:solidFill>
                  <a:srgbClr val="8B8B8B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endParaRPr>
            </a:p>
            <a:p>
              <a:pPr lvl="0" algn="l">
                <a:lnSpc>
                  <a:spcPct val="99600"/>
                </a:lnSpc>
              </a:pPr>
              <a:endParaRPr lang="ko-KR" sz="2300" b="0" i="0" u="none" strike="noStrike" dirty="0">
                <a:solidFill>
                  <a:srgbClr val="8B8B8B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endParaRPr>
            </a:p>
          </p:txBody>
        </p:sp>
        <p:sp>
          <p:nvSpPr>
            <p:cNvPr id="13" name="TextBox 11">
              <a:extLst>
                <a:ext uri="{FF2B5EF4-FFF2-40B4-BE49-F238E27FC236}">
                  <a16:creationId xmlns:a16="http://schemas.microsoft.com/office/drawing/2014/main" id="{F90DEEA6-3710-2270-9AEE-84972AA7045E}"/>
                </a:ext>
              </a:extLst>
            </p:cNvPr>
            <p:cNvSpPr txBox="1"/>
            <p:nvPr/>
          </p:nvSpPr>
          <p:spPr>
            <a:xfrm>
              <a:off x="992542" y="2988112"/>
              <a:ext cx="7315200" cy="6223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ko-KR" altLang="en-US" sz="3500" b="0" i="0" u="none" strike="noStrike" dirty="0">
                  <a:solidFill>
                    <a:srgbClr val="1F375D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출석체크 </a:t>
              </a:r>
              <a:r>
                <a:rPr lang="en-US" sz="3500" b="0" i="0" u="none" strike="noStrike" dirty="0">
                  <a:solidFill>
                    <a:srgbClr val="1F375D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PIN </a:t>
              </a:r>
              <a:r>
                <a:rPr lang="ko-KR" sz="3500" b="0" i="0" u="none" strike="noStrike" dirty="0">
                  <a:solidFill>
                    <a:srgbClr val="1F375D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인증</a:t>
              </a:r>
              <a:r>
                <a:rPr lang="en-US" sz="3500" b="0" i="0" u="none" strike="noStrike" dirty="0">
                  <a:solidFill>
                    <a:srgbClr val="1F375D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 </a:t>
              </a:r>
              <a:r>
                <a:rPr lang="ko-KR" sz="3500" b="0" i="0" u="none" strike="noStrike" dirty="0">
                  <a:solidFill>
                    <a:srgbClr val="1F375D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방식의</a:t>
              </a:r>
              <a:r>
                <a:rPr lang="en-US" sz="3500" b="0" i="0" u="none" strike="noStrike" dirty="0">
                  <a:solidFill>
                    <a:srgbClr val="1F375D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 </a:t>
              </a:r>
              <a:r>
                <a:rPr lang="ko-KR" sz="3500" b="0" i="0" u="none" strike="noStrike" dirty="0">
                  <a:solidFill>
                    <a:srgbClr val="1F375D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취약성</a:t>
              </a:r>
              <a:endParaRPr lang="en-US" altLang="ko-KR" sz="3500" b="0" i="0" u="none" strike="noStrike" dirty="0">
                <a:solidFill>
                  <a:srgbClr val="1F375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endParaRPr>
            </a:p>
            <a:p>
              <a:pPr lvl="0">
                <a:lnSpc>
                  <a:spcPct val="99600"/>
                </a:lnSpc>
              </a:pPr>
              <a:r>
                <a:rPr lang="en-US" altLang="ko-KR" dirty="0"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 (</a:t>
              </a:r>
              <a:r>
                <a:rPr lang="en-US" altLang="ko-KR" b="1" dirty="0"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Personal Identification Number)</a:t>
              </a:r>
              <a:endParaRPr lang="ko-KR" sz="3500" b="0" i="0" u="none" strike="noStrike" dirty="0">
                <a:solidFill>
                  <a:srgbClr val="1F375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endParaRPr>
            </a:p>
          </p:txBody>
        </p: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EB7BD499-9DD3-594D-24F8-97A77146C1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204265" y="6743591"/>
              <a:ext cx="3124242" cy="2444750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D64D6C88-CBD9-DE8A-F03D-03CA1DF90F0F}"/>
              </a:ext>
            </a:extLst>
          </p:cNvPr>
          <p:cNvGrpSpPr/>
          <p:nvPr/>
        </p:nvGrpSpPr>
        <p:grpSpPr>
          <a:xfrm>
            <a:off x="9448802" y="2946398"/>
            <a:ext cx="7924798" cy="6299201"/>
            <a:chOff x="9336456" y="2946398"/>
            <a:chExt cx="7924798" cy="6299201"/>
          </a:xfrm>
          <a:effectLst/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9D66645C-F12D-F912-34B6-A2DD193F21AA}"/>
                </a:ext>
              </a:extLst>
            </p:cNvPr>
            <p:cNvSpPr/>
            <p:nvPr/>
          </p:nvSpPr>
          <p:spPr>
            <a:xfrm>
              <a:off x="9336456" y="2946398"/>
              <a:ext cx="7924798" cy="629920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F375D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endParaRPr>
            </a:p>
          </p:txBody>
        </p:sp>
        <p:sp>
          <p:nvSpPr>
            <p:cNvPr id="32" name="TextBox 16">
              <a:extLst>
                <a:ext uri="{FF2B5EF4-FFF2-40B4-BE49-F238E27FC236}">
                  <a16:creationId xmlns:a16="http://schemas.microsoft.com/office/drawing/2014/main" id="{93C57932-31F7-87E1-B922-CF5F03B0D387}"/>
                </a:ext>
              </a:extLst>
            </p:cNvPr>
            <p:cNvSpPr txBox="1"/>
            <p:nvPr/>
          </p:nvSpPr>
          <p:spPr>
            <a:xfrm>
              <a:off x="9499600" y="2988112"/>
              <a:ext cx="6502400" cy="6223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99600"/>
                </a:lnSpc>
              </a:pPr>
              <a:r>
                <a:rPr lang="ko-KR" altLang="en-US" sz="3500" b="0" i="0" u="none" strike="noStrike" dirty="0">
                  <a:solidFill>
                    <a:srgbClr val="1F375D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시험 부정행위 가능성</a:t>
              </a:r>
              <a:endParaRPr lang="ko-KR" sz="3500" b="0" i="0" u="none" strike="noStrike" dirty="0">
                <a:solidFill>
                  <a:srgbClr val="1F375D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endParaRPr>
            </a:p>
          </p:txBody>
        </p:sp>
        <p:sp>
          <p:nvSpPr>
            <p:cNvPr id="38" name="TextBox 10">
              <a:extLst>
                <a:ext uri="{FF2B5EF4-FFF2-40B4-BE49-F238E27FC236}">
                  <a16:creationId xmlns:a16="http://schemas.microsoft.com/office/drawing/2014/main" id="{05CDBD89-12E3-7888-32D6-64D4C1EADD50}"/>
                </a:ext>
              </a:extLst>
            </p:cNvPr>
            <p:cNvSpPr txBox="1"/>
            <p:nvPr/>
          </p:nvSpPr>
          <p:spPr>
            <a:xfrm>
              <a:off x="9502775" y="3899009"/>
              <a:ext cx="7251700" cy="29146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42900" lvl="0" indent="-342900" algn="l">
                <a:lnSpc>
                  <a:spcPct val="99600"/>
                </a:lnSpc>
                <a:buClr>
                  <a:srgbClr val="8B8B8B"/>
                </a:buClr>
                <a:buFont typeface="Arial"/>
                <a:buChar char="●"/>
              </a:pPr>
              <a:r>
                <a:rPr lang="ko-KR" altLang="en-US" sz="2300" b="0" i="0" u="none" strike="noStrike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강의실에 들어와 시험장 확인 후 </a:t>
              </a:r>
              <a:r>
                <a:rPr lang="ko-KR" altLang="en-US" sz="2300" b="0" i="0" u="none" strike="noStrike" dirty="0">
                  <a:solidFill>
                    <a:srgbClr val="FF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퇴실</a:t>
              </a:r>
              <a:r>
                <a:rPr lang="ko-KR" altLang="en-US" sz="2300" b="0" i="0" u="none" strike="noStrike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 하여 시험 </a:t>
              </a:r>
              <a:r>
                <a:rPr lang="ko-KR" altLang="en-US" sz="2300" b="0" i="0" u="none" strike="noStrike" dirty="0">
                  <a:solidFill>
                    <a:srgbClr val="FF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응시</a:t>
              </a:r>
              <a:endParaRPr lang="en-US" altLang="ko-KR" sz="2300" b="0" i="0" u="none" strike="noStrike" dirty="0">
                <a:solidFill>
                  <a:srgbClr val="FF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endParaRPr>
            </a:p>
            <a:p>
              <a:pPr marL="342900" lvl="0" indent="-342900" algn="l">
                <a:lnSpc>
                  <a:spcPct val="99600"/>
                </a:lnSpc>
                <a:buClr>
                  <a:srgbClr val="8B8B8B"/>
                </a:buClr>
                <a:buFont typeface="Arial"/>
                <a:buChar char="●"/>
              </a:pPr>
              <a:endParaRPr lang="en-US" altLang="ko-KR" sz="2300" dirty="0">
                <a:solidFill>
                  <a:srgbClr val="8B8B8B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endParaRPr>
            </a:p>
            <a:p>
              <a:pPr marL="342900" lvl="0" indent="-342900" algn="l">
                <a:lnSpc>
                  <a:spcPct val="99600"/>
                </a:lnSpc>
                <a:buClr>
                  <a:srgbClr val="8B8B8B"/>
                </a:buClr>
                <a:buFont typeface="Arial"/>
                <a:buChar char="●"/>
              </a:pPr>
              <a:r>
                <a:rPr lang="ko-KR" altLang="en-US" sz="2300" b="0" i="0" u="none" strike="noStrike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학생만 시험장에 입실 후 </a:t>
              </a:r>
              <a:r>
                <a:rPr lang="ko-KR" altLang="en-US" sz="2300" b="0" i="0" u="none" strike="noStrike" dirty="0">
                  <a:solidFill>
                    <a:srgbClr val="FF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외부 조력자</a:t>
              </a:r>
              <a:r>
                <a:rPr lang="ko-KR" altLang="en-US" sz="2300" b="0" i="0" u="none" strike="noStrike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의 </a:t>
              </a:r>
              <a:r>
                <a:rPr lang="ko-KR" altLang="en-US" sz="2300" b="0" i="0" u="none" strike="noStrike" dirty="0">
                  <a:solidFill>
                    <a:srgbClr val="FF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대리 시험</a:t>
              </a:r>
              <a:endParaRPr lang="en-US" altLang="ko-KR" sz="2300" b="0" i="0" u="none" strike="noStrike" dirty="0">
                <a:solidFill>
                  <a:srgbClr val="FF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endParaRPr>
            </a:p>
            <a:p>
              <a:pPr marL="342900" lvl="0" indent="-342900" algn="l">
                <a:lnSpc>
                  <a:spcPct val="99600"/>
                </a:lnSpc>
                <a:buClr>
                  <a:srgbClr val="8B8B8B"/>
                </a:buClr>
                <a:buFont typeface="Arial"/>
                <a:buChar char="●"/>
              </a:pPr>
              <a:endParaRPr lang="en-US" altLang="ko-KR" sz="2300" dirty="0">
                <a:solidFill>
                  <a:srgbClr val="8B8B8B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endParaRPr>
            </a:p>
            <a:p>
              <a:pPr marL="342900" lvl="0" indent="-342900" algn="l">
                <a:lnSpc>
                  <a:spcPct val="99600"/>
                </a:lnSpc>
                <a:buClr>
                  <a:srgbClr val="8B8B8B"/>
                </a:buClr>
                <a:buFont typeface="Arial"/>
                <a:buChar char="●"/>
              </a:pPr>
              <a:r>
                <a:rPr lang="ko-KR" altLang="en-US" sz="2300" b="0" i="0" u="none" strike="noStrike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위와 같은 가능성을 현재의 </a:t>
              </a:r>
              <a:r>
                <a:rPr lang="en-US" altLang="ko-KR" sz="2300" b="0" i="0" u="none" strike="noStrike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LMS</a:t>
              </a:r>
              <a:r>
                <a:rPr lang="ko-KR" altLang="en-US" sz="2300" b="0" i="0" u="none" strike="noStrike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에서 </a:t>
              </a:r>
              <a:br>
                <a:rPr lang="en-US" altLang="ko-KR" sz="2300" dirty="0">
                  <a:solidFill>
                    <a:srgbClr val="8B8B8B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</a:br>
              <a:r>
                <a:rPr lang="ko-KR" altLang="en-US" sz="2300" b="0" i="0" u="none" strike="noStrike" dirty="0">
                  <a:solidFill>
                    <a:srgbClr val="FF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사람에 의존하지 않고 막을 수 없음</a:t>
              </a:r>
              <a:endParaRPr lang="ko-KR" sz="2300" b="0" i="0" u="none" strike="noStrike" dirty="0">
                <a:solidFill>
                  <a:srgbClr val="FF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endParaRPr>
            </a:p>
          </p:txBody>
        </p:sp>
      </p:grp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8809E6E-50E4-80DC-BFDC-FB5166437F61}"/>
              </a:ext>
            </a:extLst>
          </p:cNvPr>
          <p:cNvSpPr/>
          <p:nvPr/>
        </p:nvSpPr>
        <p:spPr>
          <a:xfrm>
            <a:off x="619124" y="2400301"/>
            <a:ext cx="17059276" cy="7086600"/>
          </a:xfrm>
          <a:prstGeom prst="roundRect">
            <a:avLst>
              <a:gd name="adj" fmla="val 0"/>
            </a:avLst>
          </a:prstGeom>
          <a:noFill/>
          <a:ln>
            <a:solidFill>
              <a:srgbClr val="1F37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244A21-6214-694E-19D9-E1473E685F2E}"/>
              </a:ext>
            </a:extLst>
          </p:cNvPr>
          <p:cNvSpPr txBox="1"/>
          <p:nvPr/>
        </p:nvSpPr>
        <p:spPr>
          <a:xfrm>
            <a:off x="914400" y="2559519"/>
            <a:ext cx="15984413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99600"/>
              </a:lnSpc>
            </a:pPr>
            <a:r>
              <a:rPr lang="ko-KR" altLang="en-US" sz="20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기존 출석체크</a:t>
            </a:r>
            <a:r>
              <a:rPr lang="en-US" altLang="ko-KR" sz="20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lang="ko-KR" altLang="en-US" sz="20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시험 시스템은 학생이 현재 어느 위치에 있는지에 대한 정보가 부족합니다</a:t>
            </a:r>
            <a:r>
              <a:rPr lang="en-US" altLang="ko-KR" sz="20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8E8FD5-8B6E-DE0D-9EC9-0D7594341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7FB23E3B-EEE4-7552-982A-5479BB65D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DB11-7331-4A71-B882-1AEAEEE59EE0}" type="slidenum">
              <a:rPr lang="ko-KR" altLang="en-US" smtClean="0"/>
              <a:pPr/>
              <a:t>7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2632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>
                <a:cs typeface="Pretendard Variable"/>
              </a:rPr>
              <a:t>문제 정의</a:t>
            </a:r>
          </a:p>
        </p:txBody>
      </p:sp>
      <p:grpSp>
        <p:nvGrpSpPr>
          <p:cNvPr id="7" name="Group 1"/>
          <p:cNvGrpSpPr/>
          <p:nvPr/>
        </p:nvGrpSpPr>
        <p:grpSpPr>
          <a:xfrm>
            <a:off x="914399" y="2943221"/>
            <a:ext cx="7924800" cy="1260001"/>
            <a:chOff x="834779" y="2943221"/>
            <a:chExt cx="7924800" cy="1260001"/>
          </a:xfrm>
        </p:grpSpPr>
        <p:grpSp>
          <p:nvGrpSpPr>
            <p:cNvPr id="8" name="그룹 7"/>
            <p:cNvGrpSpPr/>
            <p:nvPr/>
          </p:nvGrpSpPr>
          <p:grpSpPr>
            <a:xfrm>
              <a:off x="834779" y="2943221"/>
              <a:ext cx="7924800" cy="1260001"/>
              <a:chOff x="1219826" y="6597311"/>
              <a:chExt cx="7689997" cy="481747"/>
            </a:xfrm>
          </p:grpSpPr>
          <p:sp>
            <p:nvSpPr>
              <p:cNvPr id="10" name="사각형: 둥근 모서리 9"/>
              <p:cNvSpPr/>
              <p:nvPr/>
            </p:nvSpPr>
            <p:spPr>
              <a:xfrm>
                <a:off x="1219826" y="6597311"/>
                <a:ext cx="7689997" cy="481747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1F375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  <a:latin typeface="Pretendard Variable"/>
                  <a:ea typeface="Pretendard Variable"/>
                  <a:cs typeface="Pretendard Variable"/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1321497" y="6649525"/>
                <a:ext cx="5742505" cy="137160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lnSpc>
                    <a:spcPct val="99600"/>
                  </a:lnSpc>
                  <a:defRPr/>
                </a:pPr>
                <a:r>
                  <a:rPr lang="ko-KR" altLang="en-US" sz="2400" b="1" i="0" u="none" strike="noStrike">
                    <a:latin typeface="Pretendard Variable"/>
                    <a:ea typeface="Pretendard Variable"/>
                    <a:cs typeface="Pretendard Variable"/>
                  </a:rPr>
                  <a:t>연세대 </a:t>
                </a:r>
                <a:r>
                  <a:rPr lang="en-US" altLang="ko-KR" sz="2400" b="1" i="0" u="none" strike="noStrike">
                    <a:latin typeface="Pretendard Variable"/>
                    <a:ea typeface="Pretendard Variable"/>
                    <a:cs typeface="Pretendard Variable"/>
                  </a:rPr>
                  <a:t>Y-Attend</a:t>
                </a:r>
                <a:endParaRPr lang="en-US" altLang="ko-KR" sz="2300" b="1" i="0" u="none" strike="noStrike">
                  <a:latin typeface="Pretendard Variable"/>
                  <a:ea typeface="Pretendard Variable"/>
                  <a:cs typeface="Pretendard Variable"/>
                </a:endParaRPr>
              </a:p>
            </p:txBody>
          </p:sp>
        </p:grpSp>
        <p:sp>
          <p:nvSpPr>
            <p:cNvPr id="9" name="Rectangle 3"/>
            <p:cNvSpPr>
              <a:spLocks noChangeArrowheads="1"/>
            </p:cNvSpPr>
            <p:nvPr/>
          </p:nvSpPr>
          <p:spPr>
            <a:xfrm>
              <a:off x="939555" y="3444405"/>
              <a:ext cx="3129915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lang="ko-KR" altLang="en-US" b="1">
                  <a:latin typeface="Pretendard Variable"/>
                  <a:ea typeface="Pretendard Variable"/>
                  <a:cs typeface="Pretendard Variable"/>
                </a:rPr>
                <a:t>앱과 비콘 기반으로 출결 관리</a:t>
              </a:r>
              <a:endParaRPr kumimoji="0" lang="ko-KR" altLang="ko-KR" sz="1800" i="0" u="none" strike="noStrike" cap="none" normalizeH="0" baseline="0">
                <a:effectLst/>
                <a:latin typeface="Pretendard Variable"/>
                <a:ea typeface="Pretendard Variable"/>
                <a:cs typeface="Pretendard Variable"/>
              </a:endParaRPr>
            </a:p>
          </p:txBody>
        </p:sp>
      </p:grpSp>
      <p:grpSp>
        <p:nvGrpSpPr>
          <p:cNvPr id="12" name="Group 1"/>
          <p:cNvGrpSpPr/>
          <p:nvPr/>
        </p:nvGrpSpPr>
        <p:grpSpPr>
          <a:xfrm>
            <a:off x="914399" y="4452678"/>
            <a:ext cx="7924800" cy="1260000"/>
            <a:chOff x="834779" y="2697295"/>
            <a:chExt cx="7924800" cy="1573093"/>
          </a:xfrm>
        </p:grpSpPr>
        <p:grpSp>
          <p:nvGrpSpPr>
            <p:cNvPr id="13" name="그룹 12"/>
            <p:cNvGrpSpPr/>
            <p:nvPr/>
          </p:nvGrpSpPr>
          <p:grpSpPr>
            <a:xfrm>
              <a:off x="834779" y="2697295"/>
              <a:ext cx="7924800" cy="1573093"/>
              <a:chOff x="1219826" y="6503282"/>
              <a:chExt cx="7689997" cy="601454"/>
            </a:xfrm>
          </p:grpSpPr>
          <p:sp>
            <p:nvSpPr>
              <p:cNvPr id="15" name="사각형: 둥근 모서리 14"/>
              <p:cNvSpPr/>
              <p:nvPr/>
            </p:nvSpPr>
            <p:spPr>
              <a:xfrm>
                <a:off x="1219826" y="6503282"/>
                <a:ext cx="7689997" cy="601454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1F375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  <a:latin typeface="Pretendard Variable"/>
                  <a:ea typeface="Pretendard Variable"/>
                  <a:cs typeface="Pretendard Variable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1321497" y="6593670"/>
                <a:ext cx="5742505" cy="171171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lnSpc>
                    <a:spcPct val="99600"/>
                  </a:lnSpc>
                  <a:defRPr/>
                </a:pPr>
                <a:r>
                  <a:rPr lang="ko-KR" altLang="en-US" sz="2400" b="1" i="0" u="none" strike="noStrike">
                    <a:latin typeface="Pretendard Variable"/>
                    <a:ea typeface="Pretendard Variable"/>
                    <a:cs typeface="Pretendard Variable"/>
                  </a:rPr>
                  <a:t>성균관대 </a:t>
                </a:r>
                <a:r>
                  <a:rPr lang="en-US" altLang="ko-KR" sz="2400" b="1" i="0" u="none" strike="noStrike">
                    <a:latin typeface="Pretendard Variable"/>
                    <a:ea typeface="Pretendard Variable"/>
                    <a:cs typeface="Pretendard Variable"/>
                  </a:rPr>
                  <a:t>SAM</a:t>
                </a:r>
                <a:endParaRPr lang="en-US" altLang="ko-KR" sz="2300" b="1" i="0" u="none" strike="noStrike">
                  <a:latin typeface="Pretendard Variable"/>
                  <a:ea typeface="Pretendard Variable"/>
                  <a:cs typeface="Pretendard Variable"/>
                </a:endParaRPr>
              </a:p>
            </p:txBody>
          </p:sp>
        </p:grpSp>
        <p:sp>
          <p:nvSpPr>
            <p:cNvPr id="14" name="Rectangle 3"/>
            <p:cNvSpPr>
              <a:spLocks noChangeArrowheads="1"/>
            </p:cNvSpPr>
            <p:nvPr/>
          </p:nvSpPr>
          <p:spPr>
            <a:xfrm>
              <a:off x="939555" y="3314700"/>
              <a:ext cx="6196965" cy="46110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defRPr/>
              </a:pPr>
              <a:r>
                <a:rPr kumimoji="0" lang="ko-KR" altLang="en-US" sz="1800" b="1" i="0" u="none" strike="noStrike" cap="none" normalizeH="0" baseline="0">
                  <a:effectLst/>
                  <a:latin typeface="Pretendard Variable"/>
                  <a:ea typeface="Pretendard Variable"/>
                  <a:cs typeface="Pretendard Variable"/>
                </a:rPr>
                <a:t>비콘 기반으로 출결 관리</a:t>
              </a:r>
              <a:r>
                <a:rPr kumimoji="0" lang="en-US" altLang="ko-KR" sz="1800" b="1" i="0" u="none" strike="noStrike" cap="none" normalizeH="0" baseline="0">
                  <a:effectLst/>
                  <a:latin typeface="Pretendard Variable"/>
                  <a:ea typeface="Pretendard Variable"/>
                  <a:cs typeface="Pretendard Variable"/>
                </a:rPr>
                <a:t>, </a:t>
              </a:r>
              <a:r>
                <a:rPr kumimoji="0" lang="ko-KR" altLang="en-US" sz="1800" b="1" i="0" u="none" strike="noStrike" cap="none" normalizeH="0" baseline="0">
                  <a:effectLst/>
                  <a:latin typeface="Pretendard Variable"/>
                  <a:ea typeface="Pretendard Variable"/>
                  <a:cs typeface="Pretendard Variable"/>
                </a:rPr>
                <a:t>학생증</a:t>
              </a:r>
              <a:r>
                <a:rPr kumimoji="0" lang="en-US" altLang="ko-KR" sz="1800" b="1" i="0" u="none" strike="noStrike" cap="none" normalizeH="0" baseline="0">
                  <a:effectLst/>
                  <a:latin typeface="Pretendard Variable"/>
                  <a:ea typeface="Pretendard Variable"/>
                  <a:cs typeface="Pretendard Variable"/>
                </a:rPr>
                <a:t>, </a:t>
              </a:r>
              <a:r>
                <a:rPr kumimoji="0" lang="ko-KR" altLang="en-US" sz="1800" b="1" i="0" u="none" strike="noStrike" cap="none" normalizeH="0" baseline="0">
                  <a:effectLst/>
                  <a:latin typeface="Pretendard Variable"/>
                  <a:ea typeface="Pretendard Variable"/>
                  <a:cs typeface="Pretendard Variable"/>
                </a:rPr>
                <a:t>인증코드 등 대체수단 가능</a:t>
              </a:r>
              <a:endParaRPr kumimoji="0" lang="ko-KR" altLang="ko-KR" sz="1800" i="0" u="none" strike="noStrike" cap="none" normalizeH="0" baseline="0">
                <a:effectLst/>
                <a:latin typeface="Pretendard Variable"/>
                <a:ea typeface="Pretendard Variable"/>
                <a:cs typeface="Pretendard Variable"/>
              </a:endParaRPr>
            </a:p>
          </p:txBody>
        </p:sp>
      </p:grpSp>
      <p:grpSp>
        <p:nvGrpSpPr>
          <p:cNvPr id="17" name="Group 1"/>
          <p:cNvGrpSpPr/>
          <p:nvPr/>
        </p:nvGrpSpPr>
        <p:grpSpPr>
          <a:xfrm>
            <a:off x="914399" y="5962135"/>
            <a:ext cx="7924800" cy="1260001"/>
            <a:chOff x="834779" y="2697294"/>
            <a:chExt cx="7924800" cy="1260001"/>
          </a:xfrm>
        </p:grpSpPr>
        <p:grpSp>
          <p:nvGrpSpPr>
            <p:cNvPr id="18" name="그룹 17"/>
            <p:cNvGrpSpPr/>
            <p:nvPr/>
          </p:nvGrpSpPr>
          <p:grpSpPr>
            <a:xfrm>
              <a:off x="834779" y="2697294"/>
              <a:ext cx="7924800" cy="1260001"/>
              <a:chOff x="1219826" y="6503283"/>
              <a:chExt cx="7689997" cy="481747"/>
            </a:xfrm>
          </p:grpSpPr>
          <p:sp>
            <p:nvSpPr>
              <p:cNvPr id="20" name="사각형: 둥근 모서리 19"/>
              <p:cNvSpPr/>
              <p:nvPr/>
            </p:nvSpPr>
            <p:spPr>
              <a:xfrm>
                <a:off x="1219826" y="6503283"/>
                <a:ext cx="7689997" cy="481747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1F375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  <a:latin typeface="Pretendard Variable"/>
                  <a:ea typeface="Pretendard Variable"/>
                  <a:cs typeface="Pretendard Variable"/>
                </a:endParaRP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1321497" y="6596638"/>
                <a:ext cx="5742505" cy="136272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lnSpc>
                    <a:spcPct val="99600"/>
                  </a:lnSpc>
                  <a:defRPr/>
                </a:pPr>
                <a:r>
                  <a:rPr lang="ko-KR" altLang="en-US" sz="2400" b="1" i="0" u="none" strike="noStrike">
                    <a:latin typeface="Pretendard Variable"/>
                    <a:ea typeface="Pretendard Variable"/>
                    <a:cs typeface="Pretendard Variable"/>
                  </a:rPr>
                  <a:t>중앙대 전자 출결 시스템</a:t>
                </a:r>
                <a:endParaRPr lang="en-US" altLang="ko-KR" sz="2300" b="1" i="0" u="none" strike="noStrike">
                  <a:latin typeface="Pretendard Variable"/>
                  <a:ea typeface="Pretendard Variable"/>
                  <a:cs typeface="Pretendard Variable"/>
                </a:endParaRPr>
              </a:p>
            </p:txBody>
          </p:sp>
        </p:grpSp>
        <p:sp>
          <p:nvSpPr>
            <p:cNvPr id="19" name="Rectangle 3"/>
            <p:cNvSpPr>
              <a:spLocks noChangeArrowheads="1"/>
            </p:cNvSpPr>
            <p:nvPr/>
          </p:nvSpPr>
          <p:spPr>
            <a:xfrm>
              <a:off x="939555" y="3314700"/>
              <a:ext cx="6235065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lvl="0" ea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b="1">
                  <a:latin typeface="Pretendard Variable"/>
                  <a:ea typeface="Pretendard Variable"/>
                  <a:cs typeface="Pretendard Variable"/>
                </a:rPr>
                <a:t>비콘 기반으로 출결 관리</a:t>
              </a:r>
              <a:r>
                <a:rPr lang="en-US" altLang="ko-KR" b="1">
                  <a:latin typeface="Pretendard Variable"/>
                  <a:ea typeface="Pretendard Variable"/>
                  <a:cs typeface="Pretendard Variable"/>
                </a:rPr>
                <a:t>, </a:t>
              </a:r>
              <a:r>
                <a:rPr lang="ko-KR" altLang="en-US" b="1">
                  <a:latin typeface="Pretendard Variable"/>
                  <a:ea typeface="Pretendard Variable"/>
                  <a:cs typeface="Pretendard Variable"/>
                </a:rPr>
                <a:t>학생증</a:t>
              </a:r>
              <a:r>
                <a:rPr lang="en-US" altLang="ko-KR" b="1">
                  <a:latin typeface="Pretendard Variable"/>
                  <a:ea typeface="Pretendard Variable"/>
                  <a:cs typeface="Pretendard Variable"/>
                </a:rPr>
                <a:t>, NFC, QR</a:t>
              </a:r>
              <a:r>
                <a:rPr lang="ko-KR" altLang="en-US" b="1">
                  <a:latin typeface="Pretendard Variable"/>
                  <a:ea typeface="Pretendard Variable"/>
                  <a:cs typeface="Pretendard Variable"/>
                </a:rPr>
                <a:t> 등 대체수단 가능</a:t>
              </a:r>
              <a:endParaRPr lang="ko-KR" altLang="ko-KR">
                <a:latin typeface="Pretendard Variable"/>
                <a:ea typeface="Pretendard Variable"/>
                <a:cs typeface="Pretendard Variable"/>
              </a:endParaRPr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9440917" y="2943225"/>
            <a:ext cx="7924800" cy="4278911"/>
            <a:chOff x="9440917" y="2943225"/>
            <a:chExt cx="7924800" cy="4278911"/>
          </a:xfrm>
        </p:grpSpPr>
        <p:sp>
          <p:nvSpPr>
            <p:cNvPr id="25" name="사각형: 둥근 모서리 24"/>
            <p:cNvSpPr/>
            <p:nvPr/>
          </p:nvSpPr>
          <p:spPr>
            <a:xfrm>
              <a:off x="9440917" y="2943225"/>
              <a:ext cx="7924800" cy="4278911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rgbClr val="1F375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  <a:latin typeface="Pretendard Variable"/>
                <a:ea typeface="Pretendard Variable"/>
                <a:cs typeface="Pretendard Variable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593317" y="3123056"/>
              <a:ext cx="5917844" cy="353569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99600"/>
                </a:lnSpc>
                <a:defRPr/>
              </a:pPr>
              <a:r>
                <a:rPr lang="ko-KR" altLang="en-US" sz="2400" b="1" i="0" u="none" strike="noStrike">
                  <a:latin typeface="Pretendard Variable"/>
                  <a:ea typeface="Pretendard Variable"/>
                  <a:cs typeface="Pretendard Variable"/>
                </a:rPr>
                <a:t>장점</a:t>
              </a:r>
              <a:endParaRPr lang="en-US" altLang="ko-KR" sz="2300" b="1" i="0" u="none" strike="noStrike">
                <a:latin typeface="Pretendard Variable"/>
                <a:ea typeface="Pretendard Variable"/>
                <a:cs typeface="Pretendard Variable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593317" y="4769098"/>
              <a:ext cx="5917844" cy="355352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99600"/>
                </a:lnSpc>
                <a:defRPr/>
              </a:pPr>
              <a:r>
                <a:rPr lang="ko-KR" altLang="en-US" sz="2400" b="1" i="0" u="none" strike="noStrike">
                  <a:latin typeface="Pretendard Variable"/>
                  <a:ea typeface="Pretendard Variable"/>
                  <a:cs typeface="Pretendard Variable"/>
                </a:rPr>
                <a:t>단점</a:t>
              </a:r>
              <a:endParaRPr lang="en-US" altLang="ko-KR" sz="2300" b="1" i="0" u="none" strike="noStrike">
                <a:latin typeface="Pretendard Variable"/>
                <a:ea typeface="Pretendard Variable"/>
                <a:cs typeface="Pretendard Variable"/>
              </a:endParaRPr>
            </a:p>
          </p:txBody>
        </p:sp>
        <p:sp>
          <p:nvSpPr>
            <p:cNvPr id="24" name="Rectangle 3"/>
            <p:cNvSpPr>
              <a:spLocks noChangeArrowheads="1"/>
            </p:cNvSpPr>
            <p:nvPr/>
          </p:nvSpPr>
          <p:spPr>
            <a:xfrm>
              <a:off x="9593317" y="3495124"/>
              <a:ext cx="6223898" cy="90352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Arial"/>
                <a:buChar char="•"/>
                <a:defRPr/>
              </a:pPr>
              <a:r>
                <a:rPr kumimoji="0" lang="ko-KR" altLang="en-US" sz="1800" b="1" i="0" u="none" strike="noStrike" cap="none" normalizeH="0" baseline="0">
                  <a:effectLst/>
                  <a:latin typeface="Pretendard Variable"/>
                  <a:ea typeface="Pretendard Variable"/>
                  <a:cs typeface="Pretendard Variable"/>
                </a:rPr>
                <a:t>비콘</a:t>
              </a:r>
              <a:r>
                <a:rPr lang="en-US" altLang="ko-KR" b="1">
                  <a:latin typeface="Pretendard Variable"/>
                  <a:ea typeface="Pretendard Variable"/>
                  <a:cs typeface="Pretendard Variable"/>
                </a:rPr>
                <a:t>: 	</a:t>
              </a:r>
              <a:r>
                <a:rPr kumimoji="0" lang="ko-KR" altLang="en-US" sz="1800" b="1" i="0" u="none" strike="noStrike" cap="none" normalizeH="0" baseline="0">
                  <a:effectLst/>
                  <a:latin typeface="Pretendard Variable"/>
                  <a:ea typeface="Pretendard Variable"/>
                  <a:cs typeface="Pretendard Variable"/>
                </a:rPr>
                <a:t>현재 강의실에 있다는 것을 입증 가능</a:t>
              </a:r>
            </a:p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Arial"/>
                <a:buChar char="•"/>
                <a:defRPr/>
              </a:pPr>
              <a:endParaRPr kumimoji="0" lang="en-US" altLang="ko-KR" sz="1800" b="1" i="0" u="none" strike="noStrike" cap="none" normalizeH="0" baseline="0">
                <a:effectLst/>
                <a:latin typeface="Pretendard Variable"/>
                <a:ea typeface="Pretendard Variable"/>
                <a:cs typeface="Pretendard Variable"/>
              </a:endParaRPr>
            </a:p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Arial"/>
                <a:buChar char="•"/>
                <a:defRPr/>
              </a:pPr>
              <a:r>
                <a:rPr lang="ko-KR" altLang="en-US" b="1">
                  <a:latin typeface="Pretendard Variable"/>
                  <a:ea typeface="Pretendard Variable"/>
                  <a:cs typeface="Pretendard Variable"/>
                </a:rPr>
                <a:t>학생증</a:t>
              </a:r>
              <a:r>
                <a:rPr lang="en-US" altLang="ko-KR" b="1">
                  <a:latin typeface="Pretendard Variable"/>
                  <a:ea typeface="Pretendard Variable"/>
                  <a:cs typeface="Pretendard Variable"/>
                </a:rPr>
                <a:t>, NFC: </a:t>
              </a:r>
              <a:r>
                <a:rPr lang="ko-KR" altLang="en-US" b="1">
                  <a:latin typeface="Pretendard Variable"/>
                  <a:ea typeface="Pretendard Variable"/>
                  <a:cs typeface="Pretendard Variable"/>
                </a:rPr>
                <a:t>물리 장치를 통해서 강의실에 왔었음을 인증</a:t>
              </a:r>
              <a:endParaRPr kumimoji="0" lang="ko-KR" altLang="ko-KR" sz="1800" i="0" u="none" strike="noStrike" cap="none" normalizeH="0" baseline="0">
                <a:effectLst/>
                <a:latin typeface="Pretendard Variable"/>
                <a:ea typeface="Pretendard Variable"/>
                <a:cs typeface="Pretendard Variable"/>
              </a:endParaRPr>
            </a:p>
          </p:txBody>
        </p:sp>
        <p:sp>
          <p:nvSpPr>
            <p:cNvPr id="28" name="Rectangle 3"/>
            <p:cNvSpPr>
              <a:spLocks noChangeArrowheads="1"/>
            </p:cNvSpPr>
            <p:nvPr/>
          </p:nvSpPr>
          <p:spPr>
            <a:xfrm>
              <a:off x="9590196" y="5149027"/>
              <a:ext cx="6274644" cy="14594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Arial"/>
                <a:buChar char="•"/>
                <a:defRPr/>
              </a:pPr>
              <a:r>
                <a:rPr kumimoji="0" lang="ko-KR" altLang="en-US" sz="1800" b="1" i="0" u="none" strike="noStrike" cap="none" normalizeH="0" baseline="0">
                  <a:effectLst/>
                  <a:latin typeface="Pretendard Variable"/>
                  <a:ea typeface="Pretendard Variable"/>
                  <a:cs typeface="Pretendard Variable"/>
                </a:rPr>
                <a:t>비콘</a:t>
              </a:r>
              <a:r>
                <a:rPr kumimoji="0" lang="en-US" altLang="ko-KR" sz="1800" b="1" i="0" u="none" strike="noStrike" cap="none" normalizeH="0" baseline="0">
                  <a:effectLst/>
                  <a:latin typeface="Pretendard Variable"/>
                  <a:ea typeface="Pretendard Variable"/>
                  <a:cs typeface="Pretendard Variable"/>
                </a:rPr>
                <a:t>:	</a:t>
              </a:r>
              <a:r>
                <a:rPr lang="ko-KR" altLang="en-US" b="1">
                  <a:latin typeface="Pretendard Variable"/>
                  <a:ea typeface="Pretendard Variable"/>
                  <a:cs typeface="Pretendard Variable"/>
                </a:rPr>
                <a:t>추가적인 비용을 들여 장비를 설치해야만 함</a:t>
              </a:r>
              <a:br>
                <a:rPr lang="en-US" altLang="ko-KR" b="1">
                  <a:latin typeface="Pretendard Variable"/>
                  <a:ea typeface="Pretendard Variable"/>
                  <a:cs typeface="Pretendard Variable"/>
                </a:rPr>
              </a:br>
              <a:r>
                <a:rPr lang="en-US" altLang="ko-KR" b="1">
                  <a:latin typeface="Pretendard Variable"/>
                  <a:ea typeface="Pretendard Variable"/>
                  <a:cs typeface="Pretendard Variable"/>
                </a:rPr>
                <a:t>	</a:t>
              </a:r>
              <a:r>
                <a:rPr lang="ko-KR" altLang="en-US" b="1">
                  <a:latin typeface="Pretendard Variable"/>
                  <a:ea typeface="Pretendard Variable"/>
                  <a:cs typeface="Pretendard Variable"/>
                </a:rPr>
                <a:t>웹에서 지원하지 않음</a:t>
              </a:r>
              <a:br>
                <a:rPr lang="en-US" altLang="ko-KR" b="1">
                  <a:latin typeface="Pretendard Variable"/>
                  <a:ea typeface="Pretendard Variable"/>
                  <a:cs typeface="Pretendard Variable"/>
                </a:rPr>
              </a:br>
              <a:r>
                <a:rPr lang="en-US" altLang="ko-KR" b="1">
                  <a:latin typeface="Pretendard Variable"/>
                  <a:ea typeface="Pretendard Variable"/>
                  <a:cs typeface="Pretendard Variable"/>
                </a:rPr>
                <a:t>	</a:t>
              </a:r>
              <a:r>
                <a:rPr lang="ko-KR" altLang="en-US" b="1">
                  <a:latin typeface="Pretendard Variable"/>
                  <a:ea typeface="Pretendard Variable"/>
                  <a:cs typeface="Pretendard Variable"/>
                </a:rPr>
                <a:t>앱이 백그라운드로 작동 시 더 이상 조회할 수 없음</a:t>
              </a:r>
            </a:p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Arial"/>
                <a:buChar char="•"/>
                <a:defRPr/>
              </a:pPr>
              <a:br>
                <a:rPr lang="en-US" altLang="ko-KR" b="1">
                  <a:latin typeface="Pretendard Variable"/>
                  <a:ea typeface="Pretendard Variable"/>
                  <a:cs typeface="Pretendard Variable"/>
                </a:rPr>
              </a:br>
              <a:r>
                <a:rPr lang="ko-KR" altLang="en-US" b="1">
                  <a:latin typeface="Pretendard Variable"/>
                  <a:ea typeface="Pretendard Variable"/>
                  <a:cs typeface="Pretendard Variable"/>
                </a:rPr>
                <a:t>학생증</a:t>
              </a:r>
              <a:r>
                <a:rPr lang="en-US" altLang="ko-KR" b="1">
                  <a:latin typeface="Pretendard Variable"/>
                  <a:ea typeface="Pretendard Variable"/>
                  <a:cs typeface="Pretendard Variable"/>
                </a:rPr>
                <a:t>, NFC: </a:t>
              </a:r>
              <a:r>
                <a:rPr lang="ko-KR" altLang="en-US" b="1">
                  <a:latin typeface="Pretendard Variable"/>
                  <a:ea typeface="Pretendard Variable"/>
                  <a:cs typeface="Pretendard Variable"/>
                </a:rPr>
                <a:t>대리 출석</a:t>
              </a:r>
              <a:r>
                <a:rPr lang="en-US" altLang="ko-KR" b="1">
                  <a:latin typeface="Pretendard Variable"/>
                  <a:ea typeface="Pretendard Variable"/>
                  <a:cs typeface="Pretendard Variable"/>
                </a:rPr>
                <a:t>, </a:t>
              </a:r>
              <a:r>
                <a:rPr lang="ko-KR" altLang="en-US" b="1">
                  <a:latin typeface="Pretendard Variable"/>
                  <a:ea typeface="Pretendard Variable"/>
                  <a:cs typeface="Pretendard Variable"/>
                </a:rPr>
                <a:t>인증 후 퇴실 등을 방지할 수 없음</a:t>
              </a:r>
              <a:endParaRPr kumimoji="0" lang="ko-KR" altLang="ko-KR" sz="1800" i="0" u="none" strike="noStrike" cap="none" normalizeH="0" baseline="0">
                <a:effectLst/>
                <a:latin typeface="Pretendard Variable"/>
                <a:ea typeface="Pretendard Variable"/>
                <a:cs typeface="Pretendard Variable"/>
              </a:endParaRPr>
            </a:p>
          </p:txBody>
        </p:sp>
      </p:grpSp>
      <p:sp>
        <p:nvSpPr>
          <p:cNvPr id="34" name="사각형: 둥근 모서리 33"/>
          <p:cNvSpPr/>
          <p:nvPr/>
        </p:nvSpPr>
        <p:spPr>
          <a:xfrm>
            <a:off x="619124" y="2400300"/>
            <a:ext cx="17059276" cy="7086599"/>
          </a:xfrm>
          <a:prstGeom prst="roundRect">
            <a:avLst>
              <a:gd name="adj" fmla="val 0"/>
            </a:avLst>
          </a:prstGeom>
          <a:noFill/>
          <a:ln>
            <a:solidFill>
              <a:srgbClr val="1F37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Pretendard Variable"/>
              <a:ea typeface="Pretendard Variable"/>
              <a:cs typeface="Pretendard Variable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14399" y="2562225"/>
            <a:ext cx="15984413" cy="306163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99600"/>
              </a:lnSpc>
              <a:defRPr/>
            </a:pPr>
            <a:r>
              <a: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국내 타 대학의 전자 출결 시스템에 대한 자료입니다</a:t>
            </a:r>
            <a:r>
              <a:rPr lang="en-US" altLang="ko-KR" sz="200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.</a:t>
            </a:r>
            <a:endParaRPr lang="en-US" altLang="ko-KR" sz="2000" b="0" i="0" u="none" strike="noStrike">
              <a:solidFill>
                <a:schemeClr val="tx1">
                  <a:lumMod val="75000"/>
                  <a:lumOff val="25000"/>
                </a:schemeClr>
              </a:solidFill>
              <a:latin typeface="Pretendard Variable"/>
              <a:ea typeface="Pretendard Variable"/>
              <a:cs typeface="Pretendard Variable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476499" y="7505700"/>
            <a:ext cx="13335002" cy="1581150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2300" b="0" i="0" u="none" strike="noStrike">
                <a:solidFill>
                  <a:schemeClr val="tx1"/>
                </a:solidFill>
                <a:ea typeface="Pretendard Regular"/>
              </a:rPr>
              <a:t>전반적으로 </a:t>
            </a:r>
            <a:r>
              <a:rPr lang="ko-KR" altLang="en-US" sz="2300" b="0" i="0" u="none" strike="noStrike">
                <a:solidFill>
                  <a:srgbClr val="FF0000"/>
                </a:solidFill>
                <a:ea typeface="Pretendard Regular"/>
              </a:rPr>
              <a:t>신뢰도가 높아지면</a:t>
            </a:r>
            <a:r>
              <a:rPr lang="ko-KR" altLang="en-US" sz="2300" b="0" i="0" u="none" strike="noStrike">
                <a:solidFill>
                  <a:schemeClr val="tx1"/>
                </a:solidFill>
                <a:ea typeface="Pretendard Regular"/>
              </a:rPr>
              <a:t> 비용이 높아지며</a:t>
            </a:r>
            <a:r>
              <a:rPr lang="en-US" altLang="ko-KR" sz="2300" b="0" i="0" u="none" strike="noStrike">
                <a:solidFill>
                  <a:schemeClr val="tx1"/>
                </a:solidFill>
                <a:ea typeface="Pretendard Regular"/>
              </a:rPr>
              <a:t>,</a:t>
            </a:r>
            <a:r>
              <a:rPr lang="ko-KR" altLang="en-US" sz="2300" b="0" i="0" u="none" strike="noStrike">
                <a:solidFill>
                  <a:schemeClr val="tx1"/>
                </a:solidFill>
                <a:ea typeface="Pretendard Regular"/>
              </a:rPr>
              <a:t> </a:t>
            </a:r>
            <a:r>
              <a:rPr lang="ko-KR" altLang="en-US" sz="2300" b="0" i="0" u="none" strike="noStrike">
                <a:solidFill>
                  <a:srgbClr val="FF0000"/>
                </a:solidFill>
                <a:ea typeface="Pretendard Regular"/>
              </a:rPr>
              <a:t>사용자 편의성이 낮아짐</a:t>
            </a:r>
            <a:endParaRPr lang="ko-KR" altLang="en-US" sz="2300" b="0" i="0" u="none" strike="noStrike">
              <a:solidFill>
                <a:schemeClr val="tx1"/>
              </a:solidFill>
              <a:ea typeface="Pretendard Regular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2300" b="0" i="0" u="none" strike="noStrike">
                <a:solidFill>
                  <a:schemeClr val="tx1"/>
                </a:solidFill>
                <a:ea typeface="Pretendard Regular"/>
              </a:rPr>
              <a:t>반대로 </a:t>
            </a:r>
            <a:r>
              <a:rPr lang="ko-KR" altLang="en-US" sz="2300" b="0" i="0" u="none" strike="noStrike">
                <a:solidFill>
                  <a:srgbClr val="FF0000"/>
                </a:solidFill>
                <a:ea typeface="Pretendard Regular"/>
              </a:rPr>
              <a:t>신뢰도가 낮아지면</a:t>
            </a:r>
            <a:r>
              <a:rPr lang="ko-KR" altLang="en-US" sz="2300" b="0" i="0" u="none" strike="noStrike">
                <a:solidFill>
                  <a:schemeClr val="tx1"/>
                </a:solidFill>
                <a:ea typeface="Pretendard Regular"/>
              </a:rPr>
              <a:t> 비용이 낮아지며</a:t>
            </a:r>
            <a:r>
              <a:rPr lang="en-US" altLang="ko-KR" sz="2300" b="0" i="0" u="none" strike="noStrike">
                <a:solidFill>
                  <a:schemeClr val="tx1"/>
                </a:solidFill>
                <a:ea typeface="Pretendard Regular"/>
              </a:rPr>
              <a:t>,</a:t>
            </a:r>
            <a:r>
              <a:rPr lang="ko-KR" altLang="en-US" sz="2300" b="0" i="0" u="none" strike="noStrike">
                <a:solidFill>
                  <a:schemeClr val="tx1"/>
                </a:solidFill>
                <a:ea typeface="Pretendard Regular"/>
              </a:rPr>
              <a:t> 사용자 </a:t>
            </a:r>
            <a:r>
              <a:rPr lang="ko-KR" altLang="en-US" sz="2300" b="0" i="0" u="none" strike="noStrike">
                <a:solidFill>
                  <a:srgbClr val="FF0000"/>
                </a:solidFill>
                <a:ea typeface="Pretendard Regular"/>
              </a:rPr>
              <a:t>편의성이 높아짐</a:t>
            </a:r>
            <a:endParaRPr lang="ko-KR" altLang="en-US" sz="2300" b="0" i="0" u="none" strike="noStrike">
              <a:solidFill>
                <a:schemeClr val="tx1"/>
              </a:solidFill>
              <a:ea typeface="Pretendard Regular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2300" b="0" i="0" u="none" strike="noStrike">
                <a:solidFill>
                  <a:schemeClr val="tx1"/>
                </a:solidFill>
                <a:ea typeface="Pretendard Regular"/>
              </a:rPr>
              <a:t>몇몇 대학에서는 비콘을 사용하지만 조선대는 비콘을 </a:t>
            </a:r>
            <a:r>
              <a:rPr lang="ko-KR" altLang="en-US" sz="2300" b="0" i="0" u="none" strike="noStrike">
                <a:solidFill>
                  <a:srgbClr val="FF0000"/>
                </a:solidFill>
                <a:ea typeface="Pretendard Regular"/>
              </a:rPr>
              <a:t>추가 설치</a:t>
            </a:r>
            <a:r>
              <a:rPr lang="ko-KR" altLang="en-US" sz="2300" b="0" i="0" u="none" strike="noStrike">
                <a:solidFill>
                  <a:schemeClr val="tx1"/>
                </a:solidFill>
                <a:ea typeface="Pretendard Regular"/>
              </a:rPr>
              <a:t>를 해야함</a:t>
            </a:r>
            <a:r>
              <a:rPr lang="en-US" altLang="ko-KR" sz="2300" b="0" i="0" u="none" strike="noStrike">
                <a:solidFill>
                  <a:schemeClr val="tx1"/>
                </a:solidFill>
                <a:ea typeface="Pretendard Regular"/>
              </a:rPr>
              <a:t>(</a:t>
            </a:r>
            <a:r>
              <a:rPr lang="ko-KR" altLang="en-US" sz="2300" b="0" i="0" u="none" strike="noStrike">
                <a:solidFill>
                  <a:srgbClr val="FF0000"/>
                </a:solidFill>
                <a:ea typeface="Pretendard Regular"/>
              </a:rPr>
              <a:t>비용이 들음</a:t>
            </a:r>
            <a:r>
              <a:rPr lang="en-US" altLang="ko-KR" sz="2300" b="0" i="0" u="none" strike="noStrike">
                <a:solidFill>
                  <a:schemeClr val="tx1"/>
                </a:solidFill>
                <a:ea typeface="Pretendard Regular"/>
              </a:rPr>
              <a:t>)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EDB69B3-4E39-A4A8-6A7B-742B3D9B3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5F607F-B27D-DE1F-F5DB-BEE5AC113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DB11-7331-4A71-B882-1AEAEEE59EE0}" type="slidenum">
              <a:rPr lang="ko-KR" altLang="en-US" smtClean="0"/>
              <a:pPr/>
              <a:t>8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>
                <a:cs typeface="Pretendard Variable"/>
              </a:rPr>
              <a:t>04 </a:t>
            </a:r>
            <a:r>
              <a:rPr lang="ko-KR" altLang="en-US">
                <a:cs typeface="Pretendard Variable"/>
              </a:rPr>
              <a:t>프로젝트 목표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>
                <a:cs typeface="Pretendard Variable"/>
              </a:rPr>
              <a:t>Wi-Fi</a:t>
            </a:r>
            <a:r>
              <a:rPr lang="ko-KR" altLang="en-US">
                <a:cs typeface="Pretendard Variable"/>
              </a:rPr>
              <a:t>를 통한 출석을 포함한 스마트클래스 구현</a:t>
            </a:r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D48976FE-1824-81D8-9D95-134BEFDF4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E2D2A68-CB43-C373-73DB-FAB339047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28A6-690D-4FFC-8B6B-22EB395B72EA}" type="slidenum">
              <a:rPr lang="ko-KR" altLang="en-US" smtClean="0"/>
              <a:pPr/>
              <a:t>9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그룹 35"/>
          <p:cNvGrpSpPr/>
          <p:nvPr/>
        </p:nvGrpSpPr>
        <p:grpSpPr>
          <a:xfrm>
            <a:off x="9448800" y="2933700"/>
            <a:ext cx="7924758" cy="6311900"/>
            <a:chOff x="9336454" y="2933700"/>
            <a:chExt cx="7924758" cy="6311900"/>
          </a:xfrm>
          <a:effectLst/>
        </p:grpSpPr>
        <p:sp>
          <p:nvSpPr>
            <p:cNvPr id="37" name="직사각형 36"/>
            <p:cNvSpPr/>
            <p:nvPr/>
          </p:nvSpPr>
          <p:spPr>
            <a:xfrm>
              <a:off x="9336454" y="2933700"/>
              <a:ext cx="7924758" cy="63119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F375D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Pretendard Variable"/>
                <a:ea typeface="Pretendard Variable"/>
                <a:cs typeface="Pretendard Variable"/>
              </a:endParaRPr>
            </a:p>
          </p:txBody>
        </p:sp>
        <p:sp>
          <p:nvSpPr>
            <p:cNvPr id="38" name="TextBox 16"/>
            <p:cNvSpPr txBox="1"/>
            <p:nvPr/>
          </p:nvSpPr>
          <p:spPr>
            <a:xfrm>
              <a:off x="9499600" y="3048683"/>
              <a:ext cx="6502400" cy="622300"/>
            </a:xfrm>
            <a:prstGeom prst="rect">
              <a:avLst/>
            </a:prstGeom>
          </p:spPr>
          <p:txBody>
            <a:bodyPr lIns="0" tIns="0" rIns="0" bIns="0" anchor="ctr"/>
            <a:lstStyle/>
            <a:p>
              <a:pPr lvl="0" algn="l">
                <a:lnSpc>
                  <a:spcPct val="99600"/>
                </a:lnSpc>
                <a:defRPr/>
              </a:pPr>
              <a:r>
                <a:rPr lang="ko-KR" altLang="en-US" sz="3500" b="0" i="0" u="none" strike="noStrike">
                  <a:solidFill>
                    <a:srgbClr val="1F375D"/>
                  </a:solidFill>
                  <a:latin typeface="Pretendard Variable"/>
                  <a:ea typeface="Pretendard Variable"/>
                  <a:cs typeface="Pretendard Variable"/>
                </a:rPr>
                <a:t>강의실 </a:t>
              </a:r>
              <a:r>
                <a:rPr lang="ko-KR" altLang="en-US" sz="3500">
                  <a:solidFill>
                    <a:srgbClr val="1F375D"/>
                  </a:solidFill>
                  <a:latin typeface="Pretendard Variable"/>
                  <a:ea typeface="Pretendard Variable"/>
                  <a:cs typeface="Pretendard Variable"/>
                </a:rPr>
                <a:t>인접</a:t>
              </a:r>
              <a:r>
                <a:rPr lang="ko-KR" altLang="en-US" sz="3500" b="0" i="0" u="none" strike="noStrike">
                  <a:solidFill>
                    <a:srgbClr val="1F375D"/>
                  </a:solidFill>
                  <a:latin typeface="Pretendard Variable"/>
                  <a:ea typeface="Pretendard Variable"/>
                  <a:cs typeface="Pretendard Variable"/>
                </a:rPr>
                <a:t>성 </a:t>
              </a:r>
              <a:r>
                <a:rPr lang="en-US" altLang="ko-KR" sz="3500" b="0" i="0" u="none" strike="noStrike">
                  <a:solidFill>
                    <a:srgbClr val="1F375D"/>
                  </a:solidFill>
                  <a:latin typeface="Pretendard Variable"/>
                  <a:ea typeface="Pretendard Variable"/>
                  <a:cs typeface="Pretendard Variable"/>
                </a:rPr>
                <a:t>+ </a:t>
              </a:r>
              <a:r>
                <a:rPr lang="ko-KR" altLang="en-US" sz="3500" b="0" i="0" u="none" strike="noStrike">
                  <a:solidFill>
                    <a:srgbClr val="1F375D"/>
                  </a:solidFill>
                  <a:latin typeface="Pretendard Variable"/>
                  <a:ea typeface="Pretendard Variable"/>
                  <a:cs typeface="Pretendard Variable"/>
                </a:rPr>
                <a:t>디바이스 인증</a:t>
              </a:r>
              <a:endParaRPr lang="ko-KR" sz="3500" b="0" i="0" u="none" strike="noStrike">
                <a:solidFill>
                  <a:srgbClr val="1F375D"/>
                </a:solidFill>
                <a:latin typeface="Pretendard Variable"/>
                <a:ea typeface="Pretendard Variable"/>
                <a:cs typeface="Pretendard Variable"/>
              </a:endParaRPr>
            </a:p>
          </p:txBody>
        </p:sp>
        <p:pic>
          <p:nvPicPr>
            <p:cNvPr id="40" name="그림 39"/>
            <p:cNvPicPr>
              <a:picLocks noChangeAspect="1"/>
            </p:cNvPicPr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1736712" y="6384925"/>
              <a:ext cx="3124242" cy="2444750"/>
            </a:xfrm>
            <a:prstGeom prst="rect">
              <a:avLst/>
            </a:prstGeom>
          </p:spPr>
        </p:pic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>
                <a:cs typeface="Pretendard Variable"/>
              </a:rPr>
              <a:t>프로젝트 목표</a:t>
            </a:r>
          </a:p>
        </p:txBody>
      </p:sp>
      <p:grpSp>
        <p:nvGrpSpPr>
          <p:cNvPr id="7" name="Group 1"/>
          <p:cNvGrpSpPr/>
          <p:nvPr/>
        </p:nvGrpSpPr>
        <p:grpSpPr>
          <a:xfrm>
            <a:off x="914399" y="2943222"/>
            <a:ext cx="7924800" cy="2047873"/>
            <a:chOff x="834779" y="2943222"/>
            <a:chExt cx="7924800" cy="2047873"/>
          </a:xfrm>
        </p:grpSpPr>
        <p:grpSp>
          <p:nvGrpSpPr>
            <p:cNvPr id="8" name="그룹 7"/>
            <p:cNvGrpSpPr/>
            <p:nvPr/>
          </p:nvGrpSpPr>
          <p:grpSpPr>
            <a:xfrm>
              <a:off x="834779" y="2943222"/>
              <a:ext cx="7924800" cy="2047873"/>
              <a:chOff x="1219826" y="6597312"/>
              <a:chExt cx="7689997" cy="782981"/>
            </a:xfrm>
          </p:grpSpPr>
          <p:sp>
            <p:nvSpPr>
              <p:cNvPr id="10" name="사각형: 둥근 모서리 9"/>
              <p:cNvSpPr/>
              <p:nvPr/>
            </p:nvSpPr>
            <p:spPr>
              <a:xfrm>
                <a:off x="1219826" y="6597312"/>
                <a:ext cx="7689997" cy="782981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1F375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  <a:latin typeface="Pretendard Variable"/>
                  <a:ea typeface="Pretendard Variable"/>
                  <a:cs typeface="Pretendard Variable"/>
                </a:endParaRP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1321497" y="6623740"/>
                <a:ext cx="5742505" cy="137453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lnSpc>
                    <a:spcPct val="99600"/>
                  </a:lnSpc>
                  <a:defRPr/>
                </a:pPr>
                <a:r>
                  <a:rPr lang="en-US" altLang="ko-KR" sz="2400" b="1" i="0" u="none" strike="noStrike">
                    <a:latin typeface="Pretendard Variable"/>
                    <a:ea typeface="Pretendard Variable"/>
                    <a:cs typeface="Pretendard Variable"/>
                  </a:rPr>
                  <a:t>Wi-Fi </a:t>
                </a:r>
                <a:r>
                  <a:rPr lang="ko-KR" altLang="en-US" sz="2400" b="1" i="0" u="none" strike="noStrike">
                    <a:latin typeface="Pretendard Variable"/>
                    <a:ea typeface="Pretendard Variable"/>
                    <a:cs typeface="Pretendard Variable"/>
                  </a:rPr>
                  <a:t>기반 장치 연결 확인</a:t>
                </a:r>
                <a:endParaRPr lang="en-US" altLang="ko-KR" sz="2300" b="1" i="0" u="none" strike="noStrike">
                  <a:latin typeface="Pretendard Variable"/>
                  <a:ea typeface="Pretendard Variable"/>
                  <a:cs typeface="Pretendard Variable"/>
                </a:endParaRPr>
              </a:p>
            </p:txBody>
          </p:sp>
        </p:grpSp>
        <p:sp>
          <p:nvSpPr>
            <p:cNvPr id="9" name="Rectangle 3"/>
            <p:cNvSpPr>
              <a:spLocks noChangeArrowheads="1"/>
            </p:cNvSpPr>
            <p:nvPr/>
          </p:nvSpPr>
          <p:spPr>
            <a:xfrm>
              <a:off x="939554" y="3405491"/>
              <a:ext cx="7911466" cy="145987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/>
                <a:buChar char="l"/>
                <a:defRPr/>
              </a:pPr>
              <a:r>
                <a:rPr kumimoji="0" lang="en-US" altLang="ko-KR" sz="1800" i="0" u="none" strike="noStrike" cap="none" normalizeH="0" baseline="0">
                  <a:effectLst/>
                  <a:latin typeface="Pretendard Variable"/>
                  <a:ea typeface="Pretendard Variable"/>
                  <a:cs typeface="Pretendard Variable"/>
                </a:rPr>
                <a:t>Wi-Fi </a:t>
              </a:r>
              <a:r>
                <a:rPr kumimoji="0" lang="ko-KR" altLang="en-US" sz="1800" i="0" u="none" strike="noStrike" cap="none" normalizeH="0" baseline="0">
                  <a:effectLst/>
                  <a:latin typeface="Pretendard Variable"/>
                  <a:ea typeface="Pretendard Variable"/>
                  <a:cs typeface="Pretendard Variable"/>
                </a:rPr>
                <a:t>가 되는 어떤 장치 든 등록 가능</a:t>
              </a:r>
            </a:p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/>
                <a:buChar char="l"/>
                <a:defRPr/>
              </a:pPr>
              <a:endParaRPr kumimoji="0" lang="en-US" altLang="ko-KR" sz="1800" i="0" u="none" strike="noStrike" cap="none" normalizeH="0" baseline="0">
                <a:effectLst/>
                <a:latin typeface="Pretendard Variable"/>
                <a:ea typeface="Pretendard Variable"/>
                <a:cs typeface="Pretendard Variable"/>
              </a:endParaRPr>
            </a:p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/>
                <a:buChar char="l"/>
                <a:defRPr/>
              </a:pPr>
              <a:r>
                <a:rPr lang="ko-KR" altLang="en-US">
                  <a:latin typeface="Pretendard Variable"/>
                  <a:ea typeface="Pretendard Variable"/>
                  <a:cs typeface="Pretendard Variable"/>
                </a:rPr>
                <a:t>등록된 장치가 강의실 </a:t>
              </a:r>
              <a:r>
                <a:rPr lang="en-US" altLang="ko-KR">
                  <a:latin typeface="Pretendard Variable"/>
                  <a:ea typeface="Pretendard Variable"/>
                  <a:cs typeface="Pretendard Variable"/>
                </a:rPr>
                <a:t>Wi-Fi</a:t>
              </a:r>
              <a:r>
                <a:rPr lang="ko-KR" altLang="en-US">
                  <a:latin typeface="Pretendard Variable"/>
                  <a:ea typeface="Pretendard Variable"/>
                  <a:cs typeface="Pretendard Variable"/>
                </a:rPr>
                <a:t>에 연결되어 있는 동안 언제든지 추가 검증 가능</a:t>
              </a:r>
            </a:p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/>
                <a:buChar char="l"/>
                <a:defRPr/>
              </a:pPr>
              <a:endParaRPr lang="en-US" altLang="ko-KR">
                <a:latin typeface="Pretendard Variable"/>
                <a:ea typeface="Pretendard Variable"/>
                <a:cs typeface="Pretendard Variable"/>
              </a:endParaRPr>
            </a:p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/>
                <a:buChar char="l"/>
                <a:defRPr/>
              </a:pPr>
              <a:r>
                <a:rPr lang="ko-KR" altLang="en-US">
                  <a:latin typeface="Pretendard Variable"/>
                  <a:ea typeface="Pretendard Variable"/>
                  <a:cs typeface="Pretendard Variable"/>
                </a:rPr>
                <a:t>기존 </a:t>
              </a:r>
              <a:r>
                <a:rPr lang="en-US" altLang="ko-KR">
                  <a:latin typeface="Pretendard Variable"/>
                  <a:ea typeface="Pretendard Variable"/>
                  <a:cs typeface="Pretendard Variable"/>
                </a:rPr>
                <a:t>Wi-Fi </a:t>
              </a:r>
              <a:r>
                <a:rPr lang="ko-KR" altLang="en-US">
                  <a:latin typeface="Pretendard Variable"/>
                  <a:ea typeface="Pretendard Variable"/>
                  <a:cs typeface="Pretendard Variable"/>
                </a:rPr>
                <a:t>인프라를 그대로 이용하여 추가 설비 비용 없음</a:t>
              </a:r>
              <a:endParaRPr kumimoji="0" lang="ko-KR" altLang="ko-KR" sz="1800" i="0" u="none" strike="noStrike" cap="none" normalizeH="0" baseline="0">
                <a:effectLst/>
                <a:latin typeface="Pretendard Variable"/>
                <a:ea typeface="Pretendard Variable"/>
                <a:cs typeface="Pretendard Variable"/>
              </a:endParaRPr>
            </a:p>
          </p:txBody>
        </p:sp>
      </p:grpSp>
      <p:grpSp>
        <p:nvGrpSpPr>
          <p:cNvPr id="12" name="Group 1"/>
          <p:cNvGrpSpPr/>
          <p:nvPr/>
        </p:nvGrpSpPr>
        <p:grpSpPr>
          <a:xfrm>
            <a:off x="914399" y="5288079"/>
            <a:ext cx="7924800" cy="1110815"/>
            <a:chOff x="834779" y="2841873"/>
            <a:chExt cx="7924800" cy="1110815"/>
          </a:xfrm>
        </p:grpSpPr>
        <p:grpSp>
          <p:nvGrpSpPr>
            <p:cNvPr id="13" name="그룹 12"/>
            <p:cNvGrpSpPr/>
            <p:nvPr/>
          </p:nvGrpSpPr>
          <p:grpSpPr>
            <a:xfrm>
              <a:off x="834779" y="2841873"/>
              <a:ext cx="7924800" cy="922211"/>
              <a:chOff x="1219826" y="6558564"/>
              <a:chExt cx="7689997" cy="352597"/>
            </a:xfrm>
          </p:grpSpPr>
          <p:sp>
            <p:nvSpPr>
              <p:cNvPr id="15" name="사각형: 둥근 모서리 14"/>
              <p:cNvSpPr/>
              <p:nvPr/>
            </p:nvSpPr>
            <p:spPr>
              <a:xfrm>
                <a:off x="1219826" y="6558564"/>
                <a:ext cx="7689997" cy="352597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1F375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  <a:latin typeface="Pretendard Variable"/>
                  <a:ea typeface="Pretendard Variable"/>
                  <a:cs typeface="Pretendard Variable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1321496" y="6593670"/>
                <a:ext cx="5742505" cy="135406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lnSpc>
                    <a:spcPct val="99600"/>
                  </a:lnSpc>
                  <a:defRPr/>
                </a:pPr>
                <a:r>
                  <a:rPr lang="en-US" altLang="ko-KR" sz="2400" b="1" i="0" u="none" strike="noStrike">
                    <a:latin typeface="Pretendard Variable"/>
                    <a:ea typeface="Pretendard Variable"/>
                    <a:cs typeface="Pretendard Variable"/>
                  </a:rPr>
                  <a:t>MAC </a:t>
                </a:r>
                <a:r>
                  <a:rPr lang="ko-KR" altLang="en-US" sz="2400" b="1" i="0" u="none" strike="noStrike">
                    <a:latin typeface="Pretendard Variable"/>
                    <a:ea typeface="Pretendard Variable"/>
                    <a:cs typeface="Pretendard Variable"/>
                  </a:rPr>
                  <a:t>주소 기반 디바이스 인증</a:t>
                </a:r>
                <a:endParaRPr lang="en-US" altLang="ko-KR" sz="2300" b="1" i="0" u="none" strike="noStrike">
                  <a:latin typeface="Pretendard Variable"/>
                  <a:ea typeface="Pretendard Variable"/>
                  <a:cs typeface="Pretendard Variable"/>
                </a:endParaRPr>
              </a:p>
            </p:txBody>
          </p:sp>
        </p:grpSp>
        <p:sp>
          <p:nvSpPr>
            <p:cNvPr id="14" name="Rectangle 3"/>
            <p:cNvSpPr>
              <a:spLocks noChangeArrowheads="1"/>
            </p:cNvSpPr>
            <p:nvPr/>
          </p:nvSpPr>
          <p:spPr>
            <a:xfrm>
              <a:off x="939554" y="3314700"/>
              <a:ext cx="7591426" cy="6379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/>
                <a:buChar char="l"/>
                <a:defRPr/>
              </a:pPr>
              <a:r>
                <a:rPr kumimoji="0" lang="ko-KR" altLang="en-US" sz="1800" b="1" i="0" u="none" strike="noStrike" cap="none" normalizeH="0" baseline="0">
                  <a:effectLst/>
                  <a:latin typeface="Pretendard Variable"/>
                  <a:ea typeface="Pretendard Variable"/>
                  <a:cs typeface="Pretendard Variable"/>
                </a:rPr>
                <a:t>한 장치로 계정만 바꿔서 대리 인증하는 모든 가능성을 배제할 수 </a:t>
              </a:r>
              <a:r>
                <a:rPr lang="ko-KR" altLang="en-US" b="1">
                  <a:latin typeface="Pretendard Variable"/>
                  <a:ea typeface="Pretendard Variable"/>
                  <a:cs typeface="Pretendard Variable"/>
                </a:rPr>
                <a:t>있음</a:t>
              </a:r>
            </a:p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/>
                <a:buChar char="l"/>
                <a:defRPr/>
              </a:pPr>
              <a:endParaRPr kumimoji="0" lang="ko-KR" altLang="ko-KR" sz="1800" i="0" u="none" strike="noStrike" cap="none" normalizeH="0" baseline="0">
                <a:effectLst/>
                <a:latin typeface="Pretendard Variable"/>
                <a:ea typeface="Pretendard Variable"/>
                <a:cs typeface="Pretendard Variable"/>
              </a:endParaRPr>
            </a:p>
          </p:txBody>
        </p:sp>
      </p:grpSp>
      <p:sp>
        <p:nvSpPr>
          <p:cNvPr id="30" name="TextBox 17"/>
          <p:cNvSpPr txBox="1"/>
          <p:nvPr/>
        </p:nvSpPr>
        <p:spPr>
          <a:xfrm>
            <a:off x="9652000" y="4927600"/>
            <a:ext cx="6134100" cy="762000"/>
          </a:xfrm>
          <a:prstGeom prst="rect">
            <a:avLst/>
          </a:prstGeom>
        </p:spPr>
        <p:txBody>
          <a:bodyPr lIns="0" tIns="0" rIns="0" bIns="0" anchor="ctr"/>
          <a:lstStyle/>
          <a:p>
            <a:pPr marL="342900" lvl="0" indent="-342900" algn="l">
              <a:lnSpc>
                <a:spcPct val="99600"/>
              </a:lnSpc>
              <a:buClr>
                <a:srgbClr val="8B8B8B"/>
              </a:buClr>
              <a:buFont typeface="Arial"/>
              <a:buChar char="●"/>
              <a:defRPr/>
            </a:pPr>
            <a:endParaRPr lang="ko-KR" sz="2300" b="0" i="0" u="none" strike="noStrike">
              <a:solidFill>
                <a:srgbClr val="8B8B8B"/>
              </a:solidFill>
              <a:latin typeface="Pretendard Variable"/>
              <a:ea typeface="Pretendard Variable"/>
              <a:cs typeface="Pretendard Variable"/>
            </a:endParaRPr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849058" y="3639321"/>
            <a:ext cx="3124242" cy="2444750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770268" y="6688483"/>
            <a:ext cx="4667227" cy="1553130"/>
          </a:xfrm>
          <a:prstGeom prst="roundRect">
            <a:avLst>
              <a:gd name="adj" fmla="val 16667"/>
            </a:avLst>
          </a:prstGeom>
          <a:ln>
            <a:solidFill>
              <a:schemeClr val="bg2">
                <a:lumMod val="75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3" name="그림 42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496758" y="6983279"/>
            <a:ext cx="4568032" cy="1551600"/>
          </a:xfrm>
          <a:prstGeom prst="roundRect">
            <a:avLst>
              <a:gd name="adj" fmla="val 16667"/>
            </a:avLst>
          </a:prstGeom>
          <a:ln>
            <a:solidFill>
              <a:schemeClr val="bg2">
                <a:lumMod val="75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1" name="화살표: 오른쪽 40"/>
          <p:cNvSpPr/>
          <p:nvPr/>
        </p:nvSpPr>
        <p:spPr>
          <a:xfrm rot="5400000">
            <a:off x="12952481" y="5439603"/>
            <a:ext cx="923374" cy="139023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Pretendard Variable"/>
              <a:ea typeface="Pretendard Variable"/>
              <a:cs typeface="Pretendard Variable"/>
            </a:endParaRPr>
          </a:p>
        </p:txBody>
      </p:sp>
      <p:sp>
        <p:nvSpPr>
          <p:cNvPr id="47" name="사각형: 둥근 모서리 46"/>
          <p:cNvSpPr/>
          <p:nvPr/>
        </p:nvSpPr>
        <p:spPr>
          <a:xfrm>
            <a:off x="619124" y="2400300"/>
            <a:ext cx="17059276" cy="7086599"/>
          </a:xfrm>
          <a:prstGeom prst="roundRect">
            <a:avLst>
              <a:gd name="adj" fmla="val 0"/>
            </a:avLst>
          </a:prstGeom>
          <a:noFill/>
          <a:ln>
            <a:solidFill>
              <a:srgbClr val="1F37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Pretendard Variable"/>
              <a:ea typeface="Pretendard Variable"/>
              <a:cs typeface="Pretendard Variable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14400" y="2552759"/>
            <a:ext cx="15984413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99600"/>
              </a:lnSpc>
              <a:defRPr/>
            </a:pPr>
            <a:r>
              <a: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인접성 및 디바이스 인증을 통하여 공정한 스마트 클래스 시스템 구축</a:t>
            </a:r>
            <a:endParaRPr lang="en-US" altLang="ko-KR" sz="2000" b="0" i="0" u="none" strike="noStrike">
              <a:solidFill>
                <a:schemeClr val="tx1">
                  <a:lumMod val="75000"/>
                  <a:lumOff val="25000"/>
                </a:schemeClr>
              </a:solidFill>
              <a:latin typeface="Pretendard Variable"/>
              <a:ea typeface="Pretendard Variable"/>
              <a:cs typeface="Pretendard Variable"/>
            </a:endParaRPr>
          </a:p>
        </p:txBody>
      </p:sp>
      <p:grpSp>
        <p:nvGrpSpPr>
          <p:cNvPr id="51" name="Group 1"/>
          <p:cNvGrpSpPr/>
          <p:nvPr/>
        </p:nvGrpSpPr>
        <p:grpSpPr>
          <a:xfrm>
            <a:off x="914399" y="6384927"/>
            <a:ext cx="7924800" cy="2825751"/>
            <a:chOff x="834779" y="2841875"/>
            <a:chExt cx="7924800" cy="2825751"/>
          </a:xfrm>
        </p:grpSpPr>
        <p:grpSp>
          <p:nvGrpSpPr>
            <p:cNvPr id="52" name="그룹 51"/>
            <p:cNvGrpSpPr/>
            <p:nvPr/>
          </p:nvGrpSpPr>
          <p:grpSpPr>
            <a:xfrm>
              <a:off x="834779" y="2841875"/>
              <a:ext cx="7924800" cy="2825751"/>
              <a:chOff x="1219826" y="6558564"/>
              <a:chExt cx="7689997" cy="1080394"/>
            </a:xfrm>
          </p:grpSpPr>
          <p:sp>
            <p:nvSpPr>
              <p:cNvPr id="54" name="사각형: 둥근 모서리 53"/>
              <p:cNvSpPr/>
              <p:nvPr/>
            </p:nvSpPr>
            <p:spPr>
              <a:xfrm>
                <a:off x="1219826" y="6558564"/>
                <a:ext cx="7689997" cy="1080394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1F375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  <a:latin typeface="Pretendard Variable"/>
                  <a:ea typeface="Pretendard Variable"/>
                  <a:cs typeface="Pretendard Variable"/>
                </a:endParaRP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1321497" y="6593670"/>
                <a:ext cx="7440443" cy="134842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lnSpc>
                    <a:spcPct val="99600"/>
                  </a:lnSpc>
                  <a:defRPr/>
                </a:pPr>
                <a:r>
                  <a:rPr lang="ko-KR" altLang="en-US" sz="2400" b="1" i="0" u="none" strike="noStrike">
                    <a:latin typeface="Pretendard Variable"/>
                    <a:ea typeface="Pretendard Variable"/>
                    <a:cs typeface="Pretendard Variable"/>
                  </a:rPr>
                  <a:t>기존</a:t>
                </a:r>
                <a:r>
                  <a:rPr lang="en-US" altLang="ko-KR" sz="2400" b="1" i="0" u="none" strike="noStrike">
                    <a:latin typeface="Pretendard Variable"/>
                    <a:ea typeface="Pretendard Variable"/>
                    <a:cs typeface="Pretendard Variable"/>
                  </a:rPr>
                  <a:t> </a:t>
                </a:r>
                <a:r>
                  <a:rPr lang="ko-KR" altLang="en-US" sz="2400" b="1" i="0" u="none" strike="noStrike">
                    <a:latin typeface="Pretendard Variable"/>
                    <a:ea typeface="Pretendard Variable"/>
                    <a:cs typeface="Pretendard Variable"/>
                  </a:rPr>
                  <a:t>시스템 및 국내 타 대학과 진행 프로젝트와의 비교 </a:t>
                </a:r>
                <a:endParaRPr lang="en-US" altLang="ko-KR" sz="2300" b="1" i="0" u="none" strike="noStrike">
                  <a:latin typeface="Pretendard Variable"/>
                  <a:ea typeface="Pretendard Variable"/>
                  <a:cs typeface="Pretendard Variable"/>
                </a:endParaRPr>
              </a:p>
            </p:txBody>
          </p:sp>
        </p:grpSp>
        <p:sp>
          <p:nvSpPr>
            <p:cNvPr id="53" name="Rectangle 3"/>
            <p:cNvSpPr>
              <a:spLocks noChangeArrowheads="1"/>
            </p:cNvSpPr>
            <p:nvPr/>
          </p:nvSpPr>
          <p:spPr>
            <a:xfrm>
              <a:off x="939554" y="3314700"/>
              <a:ext cx="7667626" cy="20081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285750" indent="-285750">
                <a:buFont typeface="Wingdings"/>
                <a:buChar char="l"/>
                <a:defRPr/>
              </a:pPr>
              <a:r>
                <a:rPr lang="ko-KR" altLang="en-US" b="1">
                  <a:latin typeface="Pretendard Variable"/>
                  <a:ea typeface="Pretendard Variable"/>
                  <a:cs typeface="Pretendard Variable"/>
                </a:rPr>
                <a:t>강의실</a:t>
              </a:r>
              <a:r>
                <a:rPr lang="ko-KR" altLang="en-US" b="1">
                  <a:solidFill>
                    <a:srgbClr val="FF0000"/>
                  </a:solidFill>
                  <a:latin typeface="Pretendard Variable"/>
                  <a:ea typeface="Pretendard Variable"/>
                  <a:cs typeface="Pretendard Variable"/>
                </a:rPr>
                <a:t> </a:t>
              </a:r>
              <a:r>
                <a:rPr lang="en-US" altLang="ko-KR" b="1">
                  <a:solidFill>
                    <a:srgbClr val="FF0000"/>
                  </a:solidFill>
                  <a:latin typeface="Pretendard Variable"/>
                  <a:ea typeface="Pretendard Variable"/>
                  <a:cs typeface="Pretendard Variable"/>
                </a:rPr>
                <a:t>Wi-Fi </a:t>
              </a:r>
              <a:r>
                <a:rPr lang="ko-KR" altLang="en-US" b="1">
                  <a:solidFill>
                    <a:srgbClr val="FF0000"/>
                  </a:solidFill>
                  <a:latin typeface="Pretendard Variable"/>
                  <a:ea typeface="Pretendard Variable"/>
                  <a:cs typeface="Pretendard Variable"/>
                </a:rPr>
                <a:t>기반 재실 판단</a:t>
              </a:r>
              <a:r>
                <a:rPr lang="ko-KR" altLang="en-US">
                  <a:latin typeface="Pretendard Variable"/>
                  <a:ea typeface="Pretendard Variable"/>
                  <a:cs typeface="Pretendard Variable"/>
                </a:rPr>
                <a:t>과</a:t>
              </a:r>
              <a:r>
                <a:rPr lang="ko-KR" altLang="en-US">
                  <a:solidFill>
                    <a:srgbClr val="FF0000"/>
                  </a:solidFill>
                  <a:latin typeface="Pretendard Variable"/>
                  <a:ea typeface="Pretendard Variable"/>
                  <a:cs typeface="Pretendard Variable"/>
                </a:rPr>
                <a:t> </a:t>
              </a:r>
              <a:r>
                <a:rPr lang="ko-KR" altLang="en-US" b="1">
                  <a:solidFill>
                    <a:srgbClr val="FF0000"/>
                  </a:solidFill>
                  <a:latin typeface="Pretendard Variable"/>
                  <a:ea typeface="Pretendard Variable"/>
                  <a:cs typeface="Pretendard Variable"/>
                </a:rPr>
                <a:t>등록 디바이스 인증</a:t>
              </a:r>
              <a:r>
                <a:rPr lang="ko-KR" altLang="en-US">
                  <a:latin typeface="Pretendard Variable"/>
                  <a:ea typeface="Pretendard Variable"/>
                  <a:cs typeface="Pretendard Variable"/>
                </a:rPr>
                <a:t>을 결합한 스마트 출석 방식을 제안함</a:t>
              </a:r>
            </a:p>
            <a:p>
              <a:pPr lvl="0">
                <a:defRPr/>
              </a:pPr>
              <a:endParaRPr lang="en-US" altLang="ko-KR">
                <a:latin typeface="Pretendard Variable"/>
                <a:ea typeface="Pretendard Variable"/>
                <a:cs typeface="Pretendard Variable"/>
              </a:endParaRPr>
            </a:p>
            <a:p>
              <a:pPr marL="285750" indent="-285750">
                <a:buFont typeface="Wingdings"/>
                <a:buChar char="l"/>
                <a:defRPr/>
              </a:pPr>
              <a:r>
                <a:rPr lang="ko-KR" altLang="en-US">
                  <a:latin typeface="Pretendard Variable"/>
                  <a:ea typeface="Pretendard Variable"/>
                  <a:cs typeface="Pretendard Variable"/>
                </a:rPr>
                <a:t>기존 </a:t>
              </a:r>
              <a:r>
                <a:rPr lang="en-US" altLang="ko-KR">
                  <a:latin typeface="Pretendard Variable"/>
                  <a:ea typeface="Pretendard Variable"/>
                  <a:cs typeface="Pretendard Variable"/>
                </a:rPr>
                <a:t>PIN, QR, NFC </a:t>
              </a:r>
              <a:r>
                <a:rPr lang="ko-KR" altLang="en-US">
                  <a:latin typeface="Pretendard Variable"/>
                  <a:ea typeface="Pretendard Variable"/>
                  <a:cs typeface="Pretendard Variable"/>
                </a:rPr>
                <a:t>보다 </a:t>
              </a:r>
              <a:r>
                <a:rPr lang="ko-KR" altLang="en-US" b="1">
                  <a:solidFill>
                    <a:srgbClr val="FF0000"/>
                  </a:solidFill>
                  <a:latin typeface="Pretendard Variable"/>
                  <a:ea typeface="Pretendard Variable"/>
                  <a:cs typeface="Pretendard Variable"/>
                </a:rPr>
                <a:t>대리출석방지 </a:t>
              </a:r>
              <a:r>
                <a:rPr lang="ko-KR" altLang="en-US" b="1">
                  <a:latin typeface="Pretendard Variable"/>
                  <a:ea typeface="Pretendard Variable"/>
                  <a:cs typeface="Pretendard Variable"/>
                </a:rPr>
                <a:t>및</a:t>
              </a:r>
              <a:r>
                <a:rPr lang="ko-KR" altLang="en-US" b="1">
                  <a:solidFill>
                    <a:srgbClr val="FF0000"/>
                  </a:solidFill>
                  <a:latin typeface="Pretendard Variable"/>
                  <a:ea typeface="Pretendard Variable"/>
                  <a:cs typeface="Pretendard Variable"/>
                </a:rPr>
                <a:t> 지속적인 파악 가능한 장점</a:t>
              </a:r>
            </a:p>
            <a:p>
              <a:pPr marL="285750" indent="-285750">
                <a:buFont typeface="Wingdings"/>
                <a:buChar char="l"/>
                <a:defRPr/>
              </a:pPr>
              <a:endParaRPr lang="en-US" altLang="ko-KR">
                <a:latin typeface="Pretendard Variable"/>
                <a:ea typeface="Pretendard Variable"/>
                <a:cs typeface="Pretendard Variable"/>
              </a:endParaRPr>
            </a:p>
            <a:p>
              <a:pPr marL="285750" indent="-285750">
                <a:buFont typeface="Wingdings"/>
                <a:buChar char="l"/>
                <a:defRPr/>
              </a:pPr>
              <a:r>
                <a:rPr lang="ko-KR" altLang="en-US">
                  <a:latin typeface="Pretendard Variable"/>
                  <a:ea typeface="Pretendard Variable"/>
                  <a:cs typeface="Pretendard Variable"/>
                </a:rPr>
                <a:t>별도의 복잡한 장비 의존을 줄이면서</a:t>
              </a:r>
              <a:r>
                <a:rPr lang="en-US" altLang="ko-KR">
                  <a:latin typeface="Pretendard Variable"/>
                  <a:ea typeface="Pretendard Variable"/>
                  <a:cs typeface="Pretendard Variable"/>
                </a:rPr>
                <a:t>, </a:t>
              </a:r>
              <a:r>
                <a:rPr lang="ko-KR" altLang="en-US" b="1">
                  <a:solidFill>
                    <a:srgbClr val="FF0000"/>
                  </a:solidFill>
                  <a:latin typeface="Pretendard Variable"/>
                  <a:ea typeface="Pretendard Variable"/>
                  <a:cs typeface="Pretendard Variable"/>
                </a:rPr>
                <a:t>실제 강의실 환경에 </a:t>
              </a:r>
              <a:br>
                <a:rPr lang="en-US" altLang="ko-KR" b="1">
                  <a:solidFill>
                    <a:srgbClr val="FF0000"/>
                  </a:solidFill>
                  <a:latin typeface="Pretendard Variable"/>
                  <a:ea typeface="Pretendard Variable"/>
                  <a:cs typeface="Pretendard Variable"/>
                </a:rPr>
              </a:br>
              <a:r>
                <a:rPr lang="ko-KR" altLang="en-US" b="1">
                  <a:solidFill>
                    <a:srgbClr val="FF0000"/>
                  </a:solidFill>
                  <a:latin typeface="Pretendard Variable"/>
                  <a:ea typeface="Pretendard Variable"/>
                  <a:cs typeface="Pretendard Variable"/>
                </a:rPr>
                <a:t>적용 가능한 출석 시스템</a:t>
              </a:r>
              <a:r>
                <a:rPr lang="ko-KR" altLang="en-US">
                  <a:latin typeface="Pretendard Variable"/>
                  <a:ea typeface="Pretendard Variable"/>
                  <a:cs typeface="Pretendard Variable"/>
                </a:rPr>
                <a:t>을</a:t>
              </a:r>
              <a:r>
                <a:rPr lang="ko-KR" altLang="en-US">
                  <a:solidFill>
                    <a:srgbClr val="FF0000"/>
                  </a:solidFill>
                  <a:latin typeface="Pretendard Variable"/>
                  <a:ea typeface="Pretendard Variable"/>
                  <a:cs typeface="Pretendard Variable"/>
                </a:rPr>
                <a:t> </a:t>
              </a:r>
              <a:r>
                <a:rPr lang="ko-KR" altLang="en-US">
                  <a:latin typeface="Pretendard Variable"/>
                  <a:ea typeface="Pretendard Variable"/>
                  <a:cs typeface="Pretendard Variable"/>
                </a:rPr>
                <a:t>목표로 함</a:t>
              </a:r>
            </a:p>
          </p:txBody>
        </p:sp>
      </p:grp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C2031FC-9022-9293-CFB7-82B9320C7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F3D6AF-C3C6-5AD0-54E1-9BF7D9B7A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DB11-7331-4A71-B882-1AEAEEE59EE0}" type="slidenum">
              <a:rPr lang="ko-KR" altLang="en-US" smtClean="0"/>
              <a:pPr/>
              <a:t>10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5D068-5986-A9E1-AD40-C022402DC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F9CED130-23F5-DCA2-6B0C-6FBFF2550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cs typeface="Pretendard Variable" panose="02000003000000020004" pitchFamily="2" charset="-127"/>
              </a:rPr>
              <a:t>Wi-Fi</a:t>
            </a:r>
            <a:r>
              <a:rPr lang="ko-KR" altLang="en-US" dirty="0">
                <a:cs typeface="Pretendard Variable" panose="02000003000000020004" pitchFamily="2" charset="-127"/>
              </a:rPr>
              <a:t>를 통한 인접성 파악</a:t>
            </a:r>
          </a:p>
        </p:txBody>
      </p:sp>
      <p:grpSp>
        <p:nvGrpSpPr>
          <p:cNvPr id="1027" name="그룹 1026">
            <a:extLst>
              <a:ext uri="{FF2B5EF4-FFF2-40B4-BE49-F238E27FC236}">
                <a16:creationId xmlns:a16="http://schemas.microsoft.com/office/drawing/2014/main" id="{9AFB8EF3-2E9D-991D-C4BF-25CAA6912F4B}"/>
              </a:ext>
            </a:extLst>
          </p:cNvPr>
          <p:cNvGrpSpPr/>
          <p:nvPr/>
        </p:nvGrpSpPr>
        <p:grpSpPr>
          <a:xfrm>
            <a:off x="1046909" y="3096112"/>
            <a:ext cx="16194182" cy="5867340"/>
            <a:chOff x="1046909" y="3214392"/>
            <a:chExt cx="16194182" cy="5867340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6C2779CB-40C7-9D0E-721C-A58DE5D0442C}"/>
                </a:ext>
              </a:extLst>
            </p:cNvPr>
            <p:cNvSpPr/>
            <p:nvPr/>
          </p:nvSpPr>
          <p:spPr>
            <a:xfrm>
              <a:off x="3200400" y="3214392"/>
              <a:ext cx="3200400" cy="838200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인접성 파악 서버</a:t>
              </a: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D7B25B8C-D892-11CC-6812-AB63237E7470}"/>
                </a:ext>
              </a:extLst>
            </p:cNvPr>
            <p:cNvSpPr/>
            <p:nvPr/>
          </p:nvSpPr>
          <p:spPr>
            <a:xfrm>
              <a:off x="7543800" y="3214392"/>
              <a:ext cx="3200400" cy="8382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rPr>
                <a:t>게이트웨이</a:t>
              </a:r>
              <a:endParaRPr lang="en-US" altLang="ko-KR" dirty="0">
                <a:solidFill>
                  <a:schemeClr val="tx1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endParaRP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699D2586-9644-E1DA-5492-3A6F3FF7F95D}"/>
                </a:ext>
              </a:extLst>
            </p:cNvPr>
            <p:cNvGrpSpPr/>
            <p:nvPr/>
          </p:nvGrpSpPr>
          <p:grpSpPr>
            <a:xfrm>
              <a:off x="1046909" y="4912162"/>
              <a:ext cx="5029200" cy="4169570"/>
              <a:chOff x="1046909" y="4457701"/>
              <a:chExt cx="5029200" cy="4169570"/>
            </a:xfrm>
          </p:grpSpPr>
          <p:sp>
            <p:nvSpPr>
              <p:cNvPr id="13" name="사각형: 둥근 모서리 12">
                <a:extLst>
                  <a:ext uri="{FF2B5EF4-FFF2-40B4-BE49-F238E27FC236}">
                    <a16:creationId xmlns:a16="http://schemas.microsoft.com/office/drawing/2014/main" id="{6C70E565-C17B-9FA7-A7F5-3CFFD6660EB2}"/>
                  </a:ext>
                </a:extLst>
              </p:cNvPr>
              <p:cNvSpPr/>
              <p:nvPr/>
            </p:nvSpPr>
            <p:spPr>
              <a:xfrm>
                <a:off x="1046909" y="4457701"/>
                <a:ext cx="5029200" cy="4169570"/>
              </a:xfrm>
              <a:prstGeom prst="roundRect">
                <a:avLst>
                  <a:gd name="adj" fmla="val 5397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ko-KR" altLang="en-US" dirty="0">
                    <a:solidFill>
                      <a:schemeClr val="tx1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강의실 </a:t>
                </a:r>
                <a:r>
                  <a:rPr lang="en-US" altLang="ko-KR" dirty="0">
                    <a:solidFill>
                      <a:schemeClr val="tx1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A</a:t>
                </a:r>
                <a:endParaRPr lang="ko-KR" altLang="en-US" dirty="0">
                  <a:solidFill>
                    <a:schemeClr val="tx1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0A3DD61E-F973-91D8-339F-0F1B0F8603EC}"/>
                  </a:ext>
                </a:extLst>
              </p:cNvPr>
              <p:cNvSpPr/>
              <p:nvPr/>
            </p:nvSpPr>
            <p:spPr>
              <a:xfrm>
                <a:off x="1680025" y="5143500"/>
                <a:ext cx="3730175" cy="3048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ysClr val="windowText" lastClr="00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endParaRPr>
              </a:p>
            </p:txBody>
          </p:sp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C6F4DE39-D9EA-39F2-0EB1-52C04BAFE129}"/>
                  </a:ext>
                </a:extLst>
              </p:cNvPr>
              <p:cNvSpPr/>
              <p:nvPr/>
            </p:nvSpPr>
            <p:spPr>
              <a:xfrm>
                <a:off x="2059212" y="5372100"/>
                <a:ext cx="2971800" cy="696913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AP</a:t>
                </a:r>
                <a:r>
                  <a:rPr lang="ko-KR" altLang="en-US" dirty="0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 </a:t>
                </a:r>
                <a:r>
                  <a:rPr lang="en-US" altLang="ko-KR" dirty="0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A1</a:t>
                </a:r>
              </a:p>
              <a:p>
                <a:pPr algn="ctr"/>
                <a:r>
                  <a:rPr lang="en-US" altLang="ko-KR" dirty="0" err="1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OpenWrt</a:t>
                </a:r>
                <a:endParaRPr lang="ko-KR" altLang="en-US" dirty="0">
                  <a:solidFill>
                    <a:sysClr val="windowText" lastClr="00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endParaRPr>
              </a:p>
            </p:txBody>
          </p:sp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184A1E7D-A74C-2745-8E90-CB74B5D838E5}"/>
                  </a:ext>
                </a:extLst>
              </p:cNvPr>
              <p:cNvSpPr/>
              <p:nvPr/>
            </p:nvSpPr>
            <p:spPr>
              <a:xfrm>
                <a:off x="2518224" y="6167615"/>
                <a:ext cx="2053776" cy="48163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단말 </a:t>
                </a:r>
                <a:r>
                  <a:rPr lang="en-US" altLang="ko-KR" dirty="0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A1-1</a:t>
                </a:r>
                <a:endParaRPr lang="ko-KR" altLang="en-US" dirty="0">
                  <a:solidFill>
                    <a:sysClr val="windowText" lastClr="00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endParaRPr>
              </a:p>
            </p:txBody>
          </p:sp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3924AD48-17E4-5B7F-78CF-EEF6F4786757}"/>
                  </a:ext>
                </a:extLst>
              </p:cNvPr>
              <p:cNvSpPr/>
              <p:nvPr/>
            </p:nvSpPr>
            <p:spPr>
              <a:xfrm>
                <a:off x="2518224" y="6780212"/>
                <a:ext cx="2053776" cy="48163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단말 </a:t>
                </a:r>
                <a:r>
                  <a:rPr lang="en-US" altLang="ko-KR" dirty="0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A1-2</a:t>
                </a:r>
                <a:endParaRPr lang="ko-KR" altLang="en-US" dirty="0">
                  <a:solidFill>
                    <a:sysClr val="windowText" lastClr="00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endParaRPr>
              </a:p>
            </p:txBody>
          </p:sp>
          <p:sp>
            <p:nvSpPr>
              <p:cNvPr id="19" name="사각형: 둥근 모서리 18">
                <a:extLst>
                  <a:ext uri="{FF2B5EF4-FFF2-40B4-BE49-F238E27FC236}">
                    <a16:creationId xmlns:a16="http://schemas.microsoft.com/office/drawing/2014/main" id="{136270F3-52EE-3768-8AD5-A45170279F9F}"/>
                  </a:ext>
                </a:extLst>
              </p:cNvPr>
              <p:cNvSpPr/>
              <p:nvPr/>
            </p:nvSpPr>
            <p:spPr>
              <a:xfrm>
                <a:off x="2518224" y="7392809"/>
                <a:ext cx="2053776" cy="48163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단말 </a:t>
                </a:r>
                <a:r>
                  <a:rPr lang="en-US" altLang="ko-KR" dirty="0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A1-3</a:t>
                </a:r>
                <a:endParaRPr lang="ko-KR" altLang="en-US" dirty="0">
                  <a:solidFill>
                    <a:sysClr val="windowText" lastClr="00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endParaRPr>
              </a:p>
            </p:txBody>
          </p: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4564993A-3B75-A95D-A54D-F1A9F3DF8DE4}"/>
                </a:ext>
              </a:extLst>
            </p:cNvPr>
            <p:cNvGrpSpPr/>
            <p:nvPr/>
          </p:nvGrpSpPr>
          <p:grpSpPr>
            <a:xfrm>
              <a:off x="6629400" y="4912162"/>
              <a:ext cx="5029200" cy="4169570"/>
              <a:chOff x="6629400" y="4457701"/>
              <a:chExt cx="5029200" cy="4169570"/>
            </a:xfrm>
          </p:grpSpPr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6C38D71E-C9FE-BFFF-0547-11195632A192}"/>
                  </a:ext>
                </a:extLst>
              </p:cNvPr>
              <p:cNvSpPr/>
              <p:nvPr/>
            </p:nvSpPr>
            <p:spPr>
              <a:xfrm>
                <a:off x="6629400" y="4457701"/>
                <a:ext cx="5029200" cy="4169570"/>
              </a:xfrm>
              <a:prstGeom prst="roundRect">
                <a:avLst>
                  <a:gd name="adj" fmla="val 4483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ko-KR" altLang="en-US" dirty="0">
                    <a:solidFill>
                      <a:schemeClr val="tx1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강의실 </a:t>
                </a:r>
                <a:r>
                  <a:rPr lang="en-US" altLang="ko-KR" dirty="0">
                    <a:solidFill>
                      <a:schemeClr val="tx1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B</a:t>
                </a:r>
                <a:endParaRPr lang="ko-KR" altLang="en-US" dirty="0">
                  <a:solidFill>
                    <a:schemeClr val="tx1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endParaRP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7799F956-A200-AB44-8381-68A22E232C92}"/>
                  </a:ext>
                </a:extLst>
              </p:cNvPr>
              <p:cNvSpPr/>
              <p:nvPr/>
            </p:nvSpPr>
            <p:spPr>
              <a:xfrm>
                <a:off x="6856045" y="5143500"/>
                <a:ext cx="2211755" cy="3048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ysClr val="windowText" lastClr="00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endParaRPr>
              </a:p>
            </p:txBody>
          </p:sp>
          <p:sp>
            <p:nvSpPr>
              <p:cNvPr id="30" name="사각형: 둥근 모서리 29">
                <a:extLst>
                  <a:ext uri="{FF2B5EF4-FFF2-40B4-BE49-F238E27FC236}">
                    <a16:creationId xmlns:a16="http://schemas.microsoft.com/office/drawing/2014/main" id="{E44992D2-07BF-FDA8-55ED-9B67370FF2E6}"/>
                  </a:ext>
                </a:extLst>
              </p:cNvPr>
              <p:cNvSpPr/>
              <p:nvPr/>
            </p:nvSpPr>
            <p:spPr>
              <a:xfrm>
                <a:off x="7077113" y="5372100"/>
                <a:ext cx="1762087" cy="696913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AP</a:t>
                </a:r>
                <a:r>
                  <a:rPr lang="ko-KR" altLang="en-US" dirty="0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 </a:t>
                </a:r>
                <a:r>
                  <a:rPr lang="en-US" altLang="ko-KR" dirty="0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B1</a:t>
                </a:r>
              </a:p>
              <a:p>
                <a:pPr algn="ctr"/>
                <a:r>
                  <a:rPr lang="en-US" altLang="ko-KR" dirty="0" err="1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OpenWrt</a:t>
                </a:r>
                <a:endParaRPr lang="ko-KR" altLang="en-US" dirty="0">
                  <a:solidFill>
                    <a:sysClr val="windowText" lastClr="00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endParaRPr>
              </a:p>
            </p:txBody>
          </p:sp>
          <p:sp>
            <p:nvSpPr>
              <p:cNvPr id="31" name="사각형: 둥근 모서리 30">
                <a:extLst>
                  <a:ext uri="{FF2B5EF4-FFF2-40B4-BE49-F238E27FC236}">
                    <a16:creationId xmlns:a16="http://schemas.microsoft.com/office/drawing/2014/main" id="{C6A9D33F-5667-9C0A-31AF-918FD58C30A1}"/>
                  </a:ext>
                </a:extLst>
              </p:cNvPr>
              <p:cNvSpPr/>
              <p:nvPr/>
            </p:nvSpPr>
            <p:spPr>
              <a:xfrm>
                <a:off x="7292143" y="6167615"/>
                <a:ext cx="1368202" cy="48163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단말 </a:t>
                </a:r>
                <a:r>
                  <a:rPr lang="en-US" altLang="ko-KR" dirty="0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B1-1</a:t>
                </a:r>
                <a:endParaRPr lang="ko-KR" altLang="en-US" dirty="0">
                  <a:solidFill>
                    <a:sysClr val="windowText" lastClr="00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endParaRPr>
              </a:p>
            </p:txBody>
          </p:sp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8D156F47-8720-15F1-F6DF-C41974441079}"/>
                  </a:ext>
                </a:extLst>
              </p:cNvPr>
              <p:cNvSpPr/>
              <p:nvPr/>
            </p:nvSpPr>
            <p:spPr>
              <a:xfrm>
                <a:off x="7292143" y="6780212"/>
                <a:ext cx="1368202" cy="48163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단말 </a:t>
                </a:r>
                <a:r>
                  <a:rPr lang="en-US" altLang="ko-KR" dirty="0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B1-2</a:t>
                </a:r>
                <a:endParaRPr lang="ko-KR" altLang="en-US" dirty="0">
                  <a:solidFill>
                    <a:sysClr val="windowText" lastClr="00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endParaRPr>
              </a:p>
            </p:txBody>
          </p:sp>
          <p:sp>
            <p:nvSpPr>
              <p:cNvPr id="33" name="사각형: 둥근 모서리 32">
                <a:extLst>
                  <a:ext uri="{FF2B5EF4-FFF2-40B4-BE49-F238E27FC236}">
                    <a16:creationId xmlns:a16="http://schemas.microsoft.com/office/drawing/2014/main" id="{86D043A2-3098-6C34-20E5-F34A107CE5E7}"/>
                  </a:ext>
                </a:extLst>
              </p:cNvPr>
              <p:cNvSpPr/>
              <p:nvPr/>
            </p:nvSpPr>
            <p:spPr>
              <a:xfrm>
                <a:off x="7292143" y="7392809"/>
                <a:ext cx="1368202" cy="48163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단말 </a:t>
                </a:r>
                <a:r>
                  <a:rPr lang="en-US" altLang="ko-KR" dirty="0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B1-3</a:t>
                </a:r>
                <a:endParaRPr lang="ko-KR" altLang="en-US" dirty="0">
                  <a:solidFill>
                    <a:sysClr val="windowText" lastClr="00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endParaRPr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1865C2CF-F2ED-D2DC-2D44-BF8687EE7744}"/>
                  </a:ext>
                </a:extLst>
              </p:cNvPr>
              <p:cNvSpPr/>
              <p:nvPr/>
            </p:nvSpPr>
            <p:spPr>
              <a:xfrm>
                <a:off x="9210817" y="5143500"/>
                <a:ext cx="2211755" cy="3048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ysClr val="windowText" lastClr="00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endParaRPr>
              </a:p>
            </p:txBody>
          </p:sp>
          <p:sp>
            <p:nvSpPr>
              <p:cNvPr id="42" name="사각형: 둥근 모서리 41">
                <a:extLst>
                  <a:ext uri="{FF2B5EF4-FFF2-40B4-BE49-F238E27FC236}">
                    <a16:creationId xmlns:a16="http://schemas.microsoft.com/office/drawing/2014/main" id="{E0800BB9-68C9-6C2C-37E3-C38354226FED}"/>
                  </a:ext>
                </a:extLst>
              </p:cNvPr>
              <p:cNvSpPr/>
              <p:nvPr/>
            </p:nvSpPr>
            <p:spPr>
              <a:xfrm>
                <a:off x="9646915" y="6167615"/>
                <a:ext cx="1368202" cy="48163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단말 </a:t>
                </a:r>
                <a:r>
                  <a:rPr lang="en-US" altLang="ko-KR" dirty="0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B2-1</a:t>
                </a:r>
                <a:endParaRPr lang="ko-KR" altLang="en-US" dirty="0">
                  <a:solidFill>
                    <a:sysClr val="windowText" lastClr="00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endParaRPr>
              </a:p>
            </p:txBody>
          </p:sp>
          <p:sp>
            <p:nvSpPr>
              <p:cNvPr id="43" name="사각형: 둥근 모서리 42">
                <a:extLst>
                  <a:ext uri="{FF2B5EF4-FFF2-40B4-BE49-F238E27FC236}">
                    <a16:creationId xmlns:a16="http://schemas.microsoft.com/office/drawing/2014/main" id="{225CA475-52BC-1113-F55F-109543EED17F}"/>
                  </a:ext>
                </a:extLst>
              </p:cNvPr>
              <p:cNvSpPr/>
              <p:nvPr/>
            </p:nvSpPr>
            <p:spPr>
              <a:xfrm>
                <a:off x="9646915" y="6780212"/>
                <a:ext cx="1368202" cy="48163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단말 </a:t>
                </a:r>
                <a:r>
                  <a:rPr lang="en-US" altLang="ko-KR" dirty="0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B2-2</a:t>
                </a:r>
                <a:endParaRPr lang="ko-KR" altLang="en-US" dirty="0">
                  <a:solidFill>
                    <a:sysClr val="windowText" lastClr="00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endParaRPr>
              </a:p>
            </p:txBody>
          </p:sp>
          <p:sp>
            <p:nvSpPr>
              <p:cNvPr id="44" name="사각형: 둥근 모서리 43">
                <a:extLst>
                  <a:ext uri="{FF2B5EF4-FFF2-40B4-BE49-F238E27FC236}">
                    <a16:creationId xmlns:a16="http://schemas.microsoft.com/office/drawing/2014/main" id="{CFD61B0C-8A3D-7542-18EE-A2E1C5E716FA}"/>
                  </a:ext>
                </a:extLst>
              </p:cNvPr>
              <p:cNvSpPr/>
              <p:nvPr/>
            </p:nvSpPr>
            <p:spPr>
              <a:xfrm>
                <a:off x="9646915" y="7392809"/>
                <a:ext cx="1368202" cy="48163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단말 </a:t>
                </a:r>
                <a:r>
                  <a:rPr lang="en-US" altLang="ko-KR" dirty="0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B2-3</a:t>
                </a:r>
                <a:endParaRPr lang="ko-KR" altLang="en-US" dirty="0">
                  <a:solidFill>
                    <a:sysClr val="windowText" lastClr="00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endParaRPr>
              </a:p>
            </p:txBody>
          </p:sp>
          <p:sp>
            <p:nvSpPr>
              <p:cNvPr id="45" name="사각형: 둥근 모서리 44">
                <a:extLst>
                  <a:ext uri="{FF2B5EF4-FFF2-40B4-BE49-F238E27FC236}">
                    <a16:creationId xmlns:a16="http://schemas.microsoft.com/office/drawing/2014/main" id="{7A9957AF-DDB7-BA41-5946-3640B356F5D1}"/>
                  </a:ext>
                </a:extLst>
              </p:cNvPr>
              <p:cNvSpPr/>
              <p:nvPr/>
            </p:nvSpPr>
            <p:spPr>
              <a:xfrm>
                <a:off x="9435650" y="5372100"/>
                <a:ext cx="1762087" cy="696913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AP</a:t>
                </a:r>
                <a:r>
                  <a:rPr lang="ko-KR" altLang="en-US" dirty="0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 </a:t>
                </a:r>
                <a:r>
                  <a:rPr lang="en-US" altLang="ko-KR" dirty="0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B2</a:t>
                </a:r>
              </a:p>
              <a:p>
                <a:pPr algn="ctr"/>
                <a:r>
                  <a:rPr lang="en-US" altLang="ko-KR" dirty="0" err="1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OpenWrt</a:t>
                </a:r>
                <a:endParaRPr lang="ko-KR" altLang="en-US" dirty="0">
                  <a:solidFill>
                    <a:sysClr val="windowText" lastClr="00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endParaRPr>
              </a:p>
            </p:txBody>
          </p:sp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6CD091E6-01BB-297C-7556-3B05DF9B0867}"/>
                </a:ext>
              </a:extLst>
            </p:cNvPr>
            <p:cNvGrpSpPr/>
            <p:nvPr/>
          </p:nvGrpSpPr>
          <p:grpSpPr>
            <a:xfrm>
              <a:off x="12211891" y="4912162"/>
              <a:ext cx="5029200" cy="4169570"/>
              <a:chOff x="1046909" y="4457701"/>
              <a:chExt cx="5029200" cy="4169570"/>
            </a:xfrm>
          </p:grpSpPr>
          <p:sp>
            <p:nvSpPr>
              <p:cNvPr id="35" name="사각형: 둥근 모서리 34">
                <a:extLst>
                  <a:ext uri="{FF2B5EF4-FFF2-40B4-BE49-F238E27FC236}">
                    <a16:creationId xmlns:a16="http://schemas.microsoft.com/office/drawing/2014/main" id="{51222BA9-13EA-6F9F-2C44-EA8BF62CFCE7}"/>
                  </a:ext>
                </a:extLst>
              </p:cNvPr>
              <p:cNvSpPr/>
              <p:nvPr/>
            </p:nvSpPr>
            <p:spPr>
              <a:xfrm>
                <a:off x="1046909" y="4457701"/>
                <a:ext cx="5029200" cy="4169570"/>
              </a:xfrm>
              <a:prstGeom prst="roundRect">
                <a:avLst>
                  <a:gd name="adj" fmla="val 5702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ko-KR" altLang="en-US" dirty="0">
                    <a:solidFill>
                      <a:schemeClr val="tx1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강의실 </a:t>
                </a:r>
                <a:r>
                  <a:rPr lang="en-US" altLang="ko-KR" dirty="0">
                    <a:solidFill>
                      <a:schemeClr val="tx1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C</a:t>
                </a:r>
                <a:endParaRPr lang="ko-KR" altLang="en-US" dirty="0">
                  <a:solidFill>
                    <a:schemeClr val="tx1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endParaRP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7C1B8087-E8E3-5A2C-FD6E-65FDFEC2FDE6}"/>
                  </a:ext>
                </a:extLst>
              </p:cNvPr>
              <p:cNvSpPr/>
              <p:nvPr/>
            </p:nvSpPr>
            <p:spPr>
              <a:xfrm>
                <a:off x="1680025" y="5143500"/>
                <a:ext cx="3730175" cy="30480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ysClr val="windowText" lastClr="00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endParaRPr>
              </a:p>
            </p:txBody>
          </p:sp>
          <p:sp>
            <p:nvSpPr>
              <p:cNvPr id="37" name="사각형: 둥근 모서리 36">
                <a:extLst>
                  <a:ext uri="{FF2B5EF4-FFF2-40B4-BE49-F238E27FC236}">
                    <a16:creationId xmlns:a16="http://schemas.microsoft.com/office/drawing/2014/main" id="{23CBE021-60B9-28AA-00C2-2E5E8B5A47DB}"/>
                  </a:ext>
                </a:extLst>
              </p:cNvPr>
              <p:cNvSpPr/>
              <p:nvPr/>
            </p:nvSpPr>
            <p:spPr>
              <a:xfrm>
                <a:off x="2059212" y="5372100"/>
                <a:ext cx="2971800" cy="696913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AP</a:t>
                </a:r>
                <a:r>
                  <a:rPr lang="ko-KR" altLang="en-US" dirty="0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 </a:t>
                </a:r>
                <a:r>
                  <a:rPr lang="en-US" altLang="ko-KR" dirty="0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C1</a:t>
                </a:r>
              </a:p>
              <a:p>
                <a:pPr algn="ctr"/>
                <a:r>
                  <a:rPr lang="en-US" altLang="ko-KR" dirty="0" err="1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OpenWrt</a:t>
                </a:r>
                <a:endParaRPr lang="ko-KR" altLang="en-US" dirty="0">
                  <a:solidFill>
                    <a:sysClr val="windowText" lastClr="00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endParaRPr>
              </a:p>
            </p:txBody>
          </p:sp>
          <p:sp>
            <p:nvSpPr>
              <p:cNvPr id="38" name="사각형: 둥근 모서리 37">
                <a:extLst>
                  <a:ext uri="{FF2B5EF4-FFF2-40B4-BE49-F238E27FC236}">
                    <a16:creationId xmlns:a16="http://schemas.microsoft.com/office/drawing/2014/main" id="{962C7814-F587-BD55-C2AB-20D2542F7A25}"/>
                  </a:ext>
                </a:extLst>
              </p:cNvPr>
              <p:cNvSpPr/>
              <p:nvPr/>
            </p:nvSpPr>
            <p:spPr>
              <a:xfrm>
                <a:off x="2518224" y="6167615"/>
                <a:ext cx="2053776" cy="48163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단말 </a:t>
                </a:r>
                <a:r>
                  <a:rPr lang="en-US" altLang="ko-KR" dirty="0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C1-1</a:t>
                </a:r>
                <a:endParaRPr lang="ko-KR" altLang="en-US" dirty="0">
                  <a:solidFill>
                    <a:sysClr val="windowText" lastClr="00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endParaRPr>
              </a:p>
            </p:txBody>
          </p:sp>
          <p:sp>
            <p:nvSpPr>
              <p:cNvPr id="39" name="사각형: 둥근 모서리 38">
                <a:extLst>
                  <a:ext uri="{FF2B5EF4-FFF2-40B4-BE49-F238E27FC236}">
                    <a16:creationId xmlns:a16="http://schemas.microsoft.com/office/drawing/2014/main" id="{237C8E8C-5CAB-975E-A131-4C78DE44FC18}"/>
                  </a:ext>
                </a:extLst>
              </p:cNvPr>
              <p:cNvSpPr/>
              <p:nvPr/>
            </p:nvSpPr>
            <p:spPr>
              <a:xfrm>
                <a:off x="2518224" y="6780212"/>
                <a:ext cx="2053776" cy="48163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단말 </a:t>
                </a:r>
                <a:r>
                  <a:rPr lang="en-US" altLang="ko-KR" dirty="0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C2-2</a:t>
                </a:r>
                <a:endParaRPr lang="ko-KR" altLang="en-US" dirty="0">
                  <a:solidFill>
                    <a:sysClr val="windowText" lastClr="00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endParaRPr>
              </a:p>
            </p:txBody>
          </p:sp>
          <p:sp>
            <p:nvSpPr>
              <p:cNvPr id="40" name="사각형: 둥근 모서리 39">
                <a:extLst>
                  <a:ext uri="{FF2B5EF4-FFF2-40B4-BE49-F238E27FC236}">
                    <a16:creationId xmlns:a16="http://schemas.microsoft.com/office/drawing/2014/main" id="{1931A117-BD02-DFA4-F562-70D7145366EE}"/>
                  </a:ext>
                </a:extLst>
              </p:cNvPr>
              <p:cNvSpPr/>
              <p:nvPr/>
            </p:nvSpPr>
            <p:spPr>
              <a:xfrm>
                <a:off x="2518224" y="7392809"/>
                <a:ext cx="2053776" cy="48163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단말 </a:t>
                </a:r>
                <a:r>
                  <a:rPr lang="en-US" altLang="ko-KR" dirty="0">
                    <a:solidFill>
                      <a:sysClr val="windowText" lastClr="00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rPr>
                  <a:t>C3-3</a:t>
                </a:r>
                <a:endParaRPr lang="ko-KR" altLang="en-US" dirty="0">
                  <a:solidFill>
                    <a:sysClr val="windowText" lastClr="000000"/>
                  </a:solidFill>
                  <a:latin typeface="Pretendard Variable" panose="02000003000000020004" pitchFamily="2" charset="-127"/>
                  <a:ea typeface="Pretendard Variable" panose="02000003000000020004" pitchFamily="2" charset="-127"/>
                  <a:cs typeface="Pretendard Variable" panose="02000003000000020004" pitchFamily="2" charset="-127"/>
                </a:endParaRPr>
              </a:p>
            </p:txBody>
          </p:sp>
        </p:grp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01346116-74F9-F43C-86AC-D9A499B66601}"/>
                </a:ext>
              </a:extLst>
            </p:cNvPr>
            <p:cNvCxnSpPr>
              <a:stCxn id="5" idx="3"/>
              <a:endCxn id="8" idx="1"/>
            </p:cNvCxnSpPr>
            <p:nvPr/>
          </p:nvCxnSpPr>
          <p:spPr>
            <a:xfrm>
              <a:off x="6400800" y="3633492"/>
              <a:ext cx="1143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연결선: 꺾임 51">
              <a:extLst>
                <a:ext uri="{FF2B5EF4-FFF2-40B4-BE49-F238E27FC236}">
                  <a16:creationId xmlns:a16="http://schemas.microsoft.com/office/drawing/2014/main" id="{0B546C68-A3E4-971C-0EBB-0C56BD6956C9}"/>
                </a:ext>
              </a:extLst>
            </p:cNvPr>
            <p:cNvCxnSpPr>
              <a:stCxn id="8" idx="2"/>
              <a:endCxn id="29" idx="0"/>
            </p:cNvCxnSpPr>
            <p:nvPr/>
          </p:nvCxnSpPr>
          <p:spPr>
            <a:xfrm rot="5400000">
              <a:off x="7780278" y="4234238"/>
              <a:ext cx="1545369" cy="1182077"/>
            </a:xfrm>
            <a:prstGeom prst="bentConnector3">
              <a:avLst>
                <a:gd name="adj1" fmla="val 2781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연결선: 꺾임 53">
              <a:extLst>
                <a:ext uri="{FF2B5EF4-FFF2-40B4-BE49-F238E27FC236}">
                  <a16:creationId xmlns:a16="http://schemas.microsoft.com/office/drawing/2014/main" id="{F820C4E7-C487-F7F3-AA05-CFBE5AE99DA0}"/>
                </a:ext>
              </a:extLst>
            </p:cNvPr>
            <p:cNvCxnSpPr>
              <a:stCxn id="8" idx="2"/>
              <a:endCxn id="41" idx="0"/>
            </p:cNvCxnSpPr>
            <p:nvPr/>
          </p:nvCxnSpPr>
          <p:spPr>
            <a:xfrm rot="16200000" flipH="1">
              <a:off x="8957663" y="4238928"/>
              <a:ext cx="1545369" cy="1172695"/>
            </a:xfrm>
            <a:prstGeom prst="bentConnector3">
              <a:avLst>
                <a:gd name="adj1" fmla="val 2781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연결선: 꺾임 55">
              <a:extLst>
                <a:ext uri="{FF2B5EF4-FFF2-40B4-BE49-F238E27FC236}">
                  <a16:creationId xmlns:a16="http://schemas.microsoft.com/office/drawing/2014/main" id="{C2BF2A0A-FA32-2316-6869-DCA535EBE25E}"/>
                </a:ext>
              </a:extLst>
            </p:cNvPr>
            <p:cNvCxnSpPr>
              <a:stCxn id="8" idx="2"/>
              <a:endCxn id="15" idx="0"/>
            </p:cNvCxnSpPr>
            <p:nvPr/>
          </p:nvCxnSpPr>
          <p:spPr>
            <a:xfrm rot="5400000">
              <a:off x="5457572" y="2140132"/>
              <a:ext cx="1773969" cy="5598888"/>
            </a:xfrm>
            <a:prstGeom prst="bentConnector3">
              <a:avLst>
                <a:gd name="adj1" fmla="val 24227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연결선: 꺾임 57">
              <a:extLst>
                <a:ext uri="{FF2B5EF4-FFF2-40B4-BE49-F238E27FC236}">
                  <a16:creationId xmlns:a16="http://schemas.microsoft.com/office/drawing/2014/main" id="{14AA531E-FD8F-0704-FA06-EB7F05D20106}"/>
                </a:ext>
              </a:extLst>
            </p:cNvPr>
            <p:cNvCxnSpPr>
              <a:stCxn id="8" idx="2"/>
              <a:endCxn id="36" idx="0"/>
            </p:cNvCxnSpPr>
            <p:nvPr/>
          </p:nvCxnSpPr>
          <p:spPr>
            <a:xfrm rot="16200000" flipH="1">
              <a:off x="11154363" y="2042228"/>
              <a:ext cx="1545369" cy="5566095"/>
            </a:xfrm>
            <a:prstGeom prst="bentConnector3">
              <a:avLst>
                <a:gd name="adj1" fmla="val 2781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5" name="사각형: 둥근 모서리 1024">
            <a:extLst>
              <a:ext uri="{FF2B5EF4-FFF2-40B4-BE49-F238E27FC236}">
                <a16:creationId xmlns:a16="http://schemas.microsoft.com/office/drawing/2014/main" id="{BA56F84C-F486-C3B2-CB54-96F13F3B4E15}"/>
              </a:ext>
            </a:extLst>
          </p:cNvPr>
          <p:cNvSpPr/>
          <p:nvPr/>
        </p:nvSpPr>
        <p:spPr>
          <a:xfrm>
            <a:off x="619124" y="2400300"/>
            <a:ext cx="17059276" cy="7086599"/>
          </a:xfrm>
          <a:prstGeom prst="roundRect">
            <a:avLst>
              <a:gd name="adj" fmla="val 0"/>
            </a:avLst>
          </a:prstGeom>
          <a:noFill/>
          <a:ln>
            <a:solidFill>
              <a:srgbClr val="1F37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026" name="TextBox 1025">
            <a:extLst>
              <a:ext uri="{FF2B5EF4-FFF2-40B4-BE49-F238E27FC236}">
                <a16:creationId xmlns:a16="http://schemas.microsoft.com/office/drawing/2014/main" id="{7597BD8E-5C4E-4A26-F5D2-7C1D4DEF85AB}"/>
              </a:ext>
            </a:extLst>
          </p:cNvPr>
          <p:cNvSpPr txBox="1"/>
          <p:nvPr/>
        </p:nvSpPr>
        <p:spPr>
          <a:xfrm>
            <a:off x="914400" y="2552700"/>
            <a:ext cx="15984413" cy="307777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ct val="99600"/>
              </a:lnSpc>
            </a:pP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재실 파악 서버가 </a:t>
            </a:r>
            <a:r>
              <a:rPr lang="ko-KR" altLang="en-US" sz="2000" b="1" dirty="0">
                <a:solidFill>
                  <a:srgbClr val="FF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게이트웨이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와 강의실의 </a:t>
            </a:r>
            <a:r>
              <a:rPr lang="en-US" altLang="ko-KR" sz="2000" b="1" dirty="0" err="1">
                <a:solidFill>
                  <a:srgbClr val="FF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OpenWrt</a:t>
            </a:r>
            <a:r>
              <a:rPr lang="en-US" altLang="ko-KR" sz="2000" b="1" dirty="0">
                <a:solidFill>
                  <a:srgbClr val="FF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AP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로부터 단말 연결 정보를 수집하는 구조에 대한 시각화 정보 입니다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11AFFB74-EE69-019E-0746-C4728F1E9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0550BA-992E-418B-EF27-F6A10A61F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DB11-7331-4A71-B882-1AEAEEE59EE0}" type="slidenum">
              <a:rPr lang="ko-KR" altLang="en-US" smtClean="0"/>
              <a:pPr/>
              <a:t>11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91810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>
                <a:cs typeface="Pretendard Variable"/>
              </a:rPr>
              <a:t>05 </a:t>
            </a:r>
            <a:r>
              <a:rPr lang="ko-KR" altLang="en-US">
                <a:cs typeface="Pretendard Variable"/>
              </a:rPr>
              <a:t>사용자의 요구사항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>
                <a:cs typeface="Pretendard Variable"/>
              </a:rPr>
              <a:t>각 사용자</a:t>
            </a:r>
            <a:r>
              <a:rPr lang="en-US" altLang="ko-KR">
                <a:cs typeface="Pretendard Variable"/>
              </a:rPr>
              <a:t>(</a:t>
            </a:r>
            <a:r>
              <a:rPr lang="ko-KR" altLang="en-US">
                <a:cs typeface="Pretendard Variable"/>
              </a:rPr>
              <a:t>학생</a:t>
            </a:r>
            <a:r>
              <a:rPr lang="en-US" altLang="ko-KR">
                <a:cs typeface="Pretendard Variable"/>
              </a:rPr>
              <a:t>,</a:t>
            </a:r>
            <a:r>
              <a:rPr lang="ko-KR" altLang="en-US">
                <a:cs typeface="Pretendard Variable"/>
              </a:rPr>
              <a:t> 교수</a:t>
            </a:r>
            <a:r>
              <a:rPr lang="en-US" altLang="ko-KR">
                <a:cs typeface="Pretendard Variable"/>
              </a:rPr>
              <a:t>)</a:t>
            </a:r>
            <a:r>
              <a:rPr lang="ko-KR" altLang="en-US">
                <a:cs typeface="Pretendard Variable"/>
              </a:rPr>
              <a:t>가 필요한 기능을 정리해놓은 단계</a:t>
            </a:r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6C262D57-E638-46D6-B14D-E192D93CA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2E833E6-902F-ADC0-1A0F-094F56079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28A6-690D-4FFC-8B6B-22EB395B72EA}" type="slidenum">
              <a:rPr lang="ko-KR" altLang="en-US" smtClean="0"/>
              <a:pPr/>
              <a:t>12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표 15"/>
          <p:cNvGraphicFramePr>
            <a:graphicFrameLocks noGrp="1"/>
          </p:cNvGraphicFramePr>
          <p:nvPr/>
        </p:nvGraphicFramePr>
        <p:xfrm>
          <a:off x="914400" y="2943225"/>
          <a:ext cx="16459200" cy="628588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624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2000">
                          <a:solidFill>
                            <a:schemeClr val="tx1"/>
                          </a:solidFill>
                        </a:rPr>
                        <a:t>학습 준비 및 수강관리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2000">
                          <a:solidFill>
                            <a:schemeClr val="tx1"/>
                          </a:solidFill>
                        </a:rPr>
                        <a:t>학습 및 평가 활동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2000">
                          <a:solidFill>
                            <a:schemeClr val="tx1"/>
                          </a:solidFill>
                        </a:rPr>
                        <a:t>학사 정보 및 소통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99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회원가입 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로그인</a:t>
                      </a: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강의 영상 시청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공지사항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99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강의 목록 보기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강의 자료 다운로드</a:t>
                      </a:r>
                      <a:endParaRPr lang="en-US" altLang="ko-KR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질문 게시판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994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수강신청</a:t>
                      </a:r>
                    </a:p>
                    <a:p>
                      <a:pPr algn="ctr"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과제 제출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문의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994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rgbClr val="FF0000"/>
                          </a:solidFill>
                        </a:rPr>
                        <a:t>퀴즈 </a:t>
                      </a:r>
                      <a:r>
                        <a:rPr lang="en-US" altLang="ko-KR" b="0">
                          <a:solidFill>
                            <a:srgbClr val="FF0000"/>
                          </a:solidFill>
                        </a:rPr>
                        <a:t>/ </a:t>
                      </a:r>
                      <a:r>
                        <a:rPr lang="ko-KR" altLang="en-US" b="0">
                          <a:solidFill>
                            <a:srgbClr val="FF0000"/>
                          </a:solidFill>
                        </a:rPr>
                        <a:t>시험 응시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9940"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>
                          <a:solidFill>
                            <a:srgbClr val="FF0000"/>
                          </a:solidFill>
                        </a:rPr>
                        <a:t>출석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>
                        <a:solidFill>
                          <a:srgbClr val="1F375D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29940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성적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>
                        <a:solidFill>
                          <a:srgbClr val="1F375D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>
                <a:cs typeface="Pretendard Variable"/>
              </a:rPr>
              <a:t>기존 기능 조사 </a:t>
            </a:r>
            <a:r>
              <a:rPr lang="en-US" altLang="ko-KR">
                <a:cs typeface="Pretendard Variable"/>
              </a:rPr>
              <a:t>- </a:t>
            </a:r>
            <a:r>
              <a:rPr lang="ko-KR" altLang="en-US">
                <a:cs typeface="Pretendard Variable"/>
              </a:rPr>
              <a:t>학생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399" y="2562225"/>
            <a:ext cx="15984413" cy="30587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99600"/>
              </a:lnSpc>
              <a:defRPr/>
            </a:pPr>
            <a:r>
              <a:rPr lang="ko-KR" altLang="en-US" sz="2000" b="0" i="0" u="none" strike="noStrike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기존 조선대학교 </a:t>
            </a:r>
            <a:r>
              <a:rPr lang="en-US" altLang="ko-KR" sz="2000" b="0" i="0" u="none" strike="noStrike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LMS</a:t>
            </a:r>
            <a:r>
              <a:rPr lang="ko-KR" altLang="en-US" sz="2000" b="0" i="0" u="none" strike="noStrike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의 기능 중 학생이 사용할 수 있는 일부 기능입니다</a:t>
            </a:r>
            <a:r>
              <a:rPr lang="en-US" altLang="ko-KR" sz="2000" b="0" i="0" u="none" strike="noStrike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.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AEE779-1EC0-B400-4B49-00148EB58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63246-9C61-BCB2-AE84-E2CE8AEE2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DB11-7331-4A71-B882-1AEAEEE59EE0}" type="slidenum">
              <a:rPr lang="ko-KR" altLang="en-US" smtClean="0"/>
              <a:pPr/>
              <a:t>13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>
                <a:cs typeface="Pretendard Variable"/>
              </a:rPr>
              <a:t>기존 기능 조사 </a:t>
            </a:r>
            <a:r>
              <a:rPr lang="en-US" altLang="ko-KR">
                <a:cs typeface="Pretendard Variable"/>
              </a:rPr>
              <a:t>- </a:t>
            </a:r>
            <a:r>
              <a:rPr lang="ko-KR" altLang="en-US">
                <a:cs typeface="Pretendard Variable"/>
              </a:rPr>
              <a:t>교수</a:t>
            </a:r>
          </a:p>
        </p:txBody>
      </p:sp>
      <p:graphicFrame>
        <p:nvGraphicFramePr>
          <p:cNvPr id="16" name="표 15"/>
          <p:cNvGraphicFramePr>
            <a:graphicFrameLocks noGrp="1"/>
          </p:cNvGraphicFramePr>
          <p:nvPr/>
        </p:nvGraphicFramePr>
        <p:xfrm>
          <a:off x="914400" y="2943224"/>
          <a:ext cx="16459200" cy="55394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044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2000">
                          <a:solidFill>
                            <a:schemeClr val="tx1"/>
                          </a:solidFill>
                        </a:rPr>
                        <a:t>강의 운영 및 콘텐츠 관리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2000">
                          <a:solidFill>
                            <a:schemeClr val="tx1"/>
                          </a:solidFill>
                        </a:rPr>
                        <a:t>과제 및 평가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2000">
                          <a:solidFill>
                            <a:schemeClr val="tx1"/>
                          </a:solidFill>
                        </a:rPr>
                        <a:t>수업 운영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18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강의자료 업로드</a:t>
                      </a:r>
                      <a:endParaRPr lang="en-US" altLang="ko-KR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과제 생성 </a:t>
                      </a:r>
                      <a:r>
                        <a:rPr lang="en-US" altLang="ko-KR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마감일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>
                          <a:solidFill>
                            <a:srgbClr val="FF0000"/>
                          </a:solidFill>
                        </a:rPr>
                        <a:t>출석 </a:t>
                      </a: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/ </a:t>
                      </a:r>
                      <a:r>
                        <a:rPr lang="ko-KR" altLang="en-US">
                          <a:solidFill>
                            <a:srgbClr val="FF0000"/>
                          </a:solidFill>
                        </a:rPr>
                        <a:t>진도율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18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동영상 업로드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rgbClr val="FF0000"/>
                          </a:solidFill>
                        </a:rPr>
                        <a:t>시험 </a:t>
                      </a:r>
                      <a:r>
                        <a:rPr lang="en-US" altLang="ko-KR" b="0">
                          <a:solidFill>
                            <a:srgbClr val="FF0000"/>
                          </a:solidFill>
                        </a:rPr>
                        <a:t>/ </a:t>
                      </a:r>
                      <a:r>
                        <a:rPr lang="ko-KR" altLang="en-US" b="0">
                          <a:solidFill>
                            <a:srgbClr val="FF0000"/>
                          </a:solidFill>
                        </a:rPr>
                        <a:t>퀴즈 출제</a:t>
                      </a:r>
                      <a:endParaRPr lang="en-US" altLang="ko-KR" b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1803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공지 작성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학생 제출물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b="0">
                        <a:solidFill>
                          <a:srgbClr val="1F375D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1803"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채점 </a:t>
                      </a:r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피드백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>
                        <a:solidFill>
                          <a:srgbClr val="1F375D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1803"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>
                          <a:solidFill>
                            <a:schemeClr val="tx1"/>
                          </a:solidFill>
                        </a:rPr>
                        <a:t>성적 관리 기능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noFill/>
                      <a:prstDash val="solid"/>
                      <a:round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>
                        <a:solidFill>
                          <a:srgbClr val="1F375D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914399" y="2562225"/>
            <a:ext cx="15984413" cy="30587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99600"/>
              </a:lnSpc>
              <a:defRPr/>
            </a:pPr>
            <a:r>
              <a:rPr lang="ko-KR" altLang="en-US" sz="2000" b="0" i="0" u="none" strike="noStrike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기존 조선대학교 </a:t>
            </a:r>
            <a:r>
              <a:rPr lang="en-US" altLang="ko-KR" sz="2000" b="0" i="0" u="none" strike="noStrike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LMS</a:t>
            </a:r>
            <a:r>
              <a:rPr lang="ko-KR" altLang="en-US" sz="2000" b="0" i="0" u="none" strike="noStrike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의 기능 중 </a:t>
            </a:r>
            <a:r>
              <a: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교수자가</a:t>
            </a:r>
            <a:r>
              <a:rPr lang="ko-KR" altLang="en-US" sz="2000" b="0" i="0" u="none" strike="noStrike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 사용할 수 있는 일부 기능입니다</a:t>
            </a:r>
            <a:r>
              <a:rPr lang="en-US" altLang="ko-KR" sz="2000" b="0" i="0" u="none" strike="noStrike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.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F32D31-66FC-E330-0E4D-E8A32AC4E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B1D8E1-8036-8FD2-287E-31DBA3E43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DB11-7331-4A71-B882-1AEAEEE59EE0}" type="slidenum">
              <a:rPr lang="ko-KR" altLang="en-US" smtClean="0"/>
              <a:pPr/>
              <a:t>14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3E850-AC2F-18CA-0F6A-FF309321A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975A7080-9EC8-201A-B747-579A78141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cs typeface="Pretendard Variable" panose="02000003000000020004" pitchFamily="2" charset="-127"/>
              </a:rPr>
              <a:t>추가 요구사항 분석</a:t>
            </a: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12BC393C-F1B4-960F-2979-D08066769A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721002"/>
              </p:ext>
            </p:extLst>
          </p:nvPr>
        </p:nvGraphicFramePr>
        <p:xfrm>
          <a:off x="914400" y="2956530"/>
          <a:ext cx="16459200" cy="5853609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836964">
                  <a:extLst>
                    <a:ext uri="{9D8B030D-6E8A-4147-A177-3AD203B41FA5}">
                      <a16:colId xmlns:a16="http://schemas.microsoft.com/office/drawing/2014/main" val="3071958908"/>
                    </a:ext>
                  </a:extLst>
                </a:gridCol>
                <a:gridCol w="4261757">
                  <a:extLst>
                    <a:ext uri="{9D8B030D-6E8A-4147-A177-3AD203B41FA5}">
                      <a16:colId xmlns:a16="http://schemas.microsoft.com/office/drawing/2014/main" val="3626640077"/>
                    </a:ext>
                  </a:extLst>
                </a:gridCol>
                <a:gridCol w="10360479">
                  <a:extLst>
                    <a:ext uri="{9D8B030D-6E8A-4147-A177-3AD203B41FA5}">
                      <a16:colId xmlns:a16="http://schemas.microsoft.com/office/drawing/2014/main" val="477583694"/>
                    </a:ext>
                  </a:extLst>
                </a:gridCol>
              </a:tblGrid>
              <a:tr h="6504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구분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283076"/>
                  </a:ext>
                </a:extLst>
              </a:tr>
              <a:tr h="650401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관리</a:t>
                      </a:r>
                      <a:endParaRPr lang="en-US" altLang="ko-KR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강의실별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Wi-Fi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목록의 등록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조회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삭제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강의실 마다 허용된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Wi-Fi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dirty="0"/>
                        <a:t>목록을 설정하여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Wi-Fi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기반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재실 파악</a:t>
                      </a:r>
                      <a:r>
                        <a:rPr lang="ko-KR" altLang="en-US" dirty="0"/>
                        <a:t>을 가능하게 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114617"/>
                  </a:ext>
                </a:extLst>
              </a:tr>
              <a:tr h="65040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교수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학생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수업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강의실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교수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학생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수업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강의실 관계를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838204"/>
                  </a:ext>
                </a:extLst>
              </a:tr>
              <a:tr h="650401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교수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출석 및 시험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시작</a:t>
                      </a:r>
                      <a:endParaRPr lang="en-US" altLang="ko-KR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교수자가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세션</a:t>
                      </a:r>
                      <a:r>
                        <a:rPr lang="ko-KR" altLang="en-US" dirty="0"/>
                        <a:t>을 열어 학생이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재실 상태</a:t>
                      </a:r>
                      <a:r>
                        <a:rPr lang="ko-KR" altLang="en-US" dirty="0"/>
                        <a:t>를 등록하도록 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864562"/>
                  </a:ext>
                </a:extLst>
              </a:tr>
              <a:tr h="65040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현재 학생 목록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조회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교수자가 현재 기준으로 강의실 혹은 시험장에 존재하는 학생 목록을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조회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010753"/>
                  </a:ext>
                </a:extLst>
              </a:tr>
              <a:tr h="650401">
                <a:tc rowSpan="4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학생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디바이스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등록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출석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시험에 사용할 개인의 디바이스 목록을 등록함</a:t>
                      </a:r>
                      <a:r>
                        <a:rPr lang="en-US" altLang="ko-KR" dirty="0"/>
                        <a:t>. 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한 사람이 </a:t>
                      </a:r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여러 계정</a:t>
                      </a:r>
                      <a:r>
                        <a:rPr lang="ko-KR" altLang="en-US" dirty="0"/>
                        <a:t>으로 출석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시험 치루는 행위를 방지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2324717"/>
                  </a:ext>
                </a:extLst>
              </a:tr>
              <a:tr h="6504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출석</a:t>
                      </a:r>
                      <a:r>
                        <a:rPr lang="ko-KR" altLang="en-US" dirty="0"/>
                        <a:t> 처리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목록에 정의된 강의실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Wi-Fi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에 접속 한 경우에만 출석 확인을 가능하도록 제한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085159"/>
                  </a:ext>
                </a:extLst>
              </a:tr>
              <a:tr h="6504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지각</a:t>
                      </a:r>
                      <a:r>
                        <a:rPr lang="ko-KR" altLang="en-US" dirty="0"/>
                        <a:t> 처리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목록에 정의된 강의실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Wi-Fi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에 특정 시간을 넘어 들어올 경우 지각 처리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114803"/>
                  </a:ext>
                </a:extLst>
              </a:tr>
              <a:tr h="65040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rgbClr val="FF0000"/>
                          </a:solidFill>
                        </a:rPr>
                        <a:t>시험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목록에 정의된 시험실 </a:t>
                      </a:r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Wi-Fi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인 경우 시험을 시작할 수 있도록 함</a:t>
                      </a:r>
                      <a:r>
                        <a:rPr lang="en-US" altLang="ko-KR" dirty="0"/>
                        <a:t>. 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시험 시작한 기기의 고유 값을 등록하여 시험 도중 다른 장치로 시험 접속하는 것을 방지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41305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079DFE8-4DE8-F5E3-EE00-874A35186A19}"/>
              </a:ext>
            </a:extLst>
          </p:cNvPr>
          <p:cNvSpPr txBox="1"/>
          <p:nvPr/>
        </p:nvSpPr>
        <p:spPr>
          <a:xfrm>
            <a:off x="914400" y="2559050"/>
            <a:ext cx="15984413" cy="307777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ct val="99600"/>
              </a:lnSpc>
            </a:pP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기존 조선대학교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LMS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외 추가되는 </a:t>
            </a:r>
            <a:r>
              <a:rPr lang="ko-KR" altLang="en-US" sz="2000" dirty="0">
                <a:solidFill>
                  <a:srgbClr val="FF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프로젝트의 주요 기능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입니다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  <a:endParaRPr lang="en-US" altLang="ko-KR" sz="2000" b="0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3765DE6-B189-B2D1-4604-774A355D7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EC05229-3F29-168F-83BF-D32E73F8C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DB11-7331-4A71-B882-1AEAEEE59EE0}" type="slidenum">
              <a:rPr lang="ko-KR" altLang="en-US" smtClean="0"/>
              <a:pPr/>
              <a:t>15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0237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CC465-85CF-2E7D-7174-0D6DC0F94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8CD7A5F-319D-BF8E-CC94-07892227F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06 </a:t>
            </a:r>
            <a:r>
              <a:rPr lang="ko-KR" altLang="en-US" dirty="0"/>
              <a:t>설계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CDC2BE7-0260-8EA1-2B98-720B7BB8E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구현 할 시스템의 전체적인 방향성</a:t>
            </a:r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FD709858-C710-6C31-E96B-381914D82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AD1DB11-FA39-1E70-DE65-1DC07E8FC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28A6-690D-4FFC-8B6B-22EB395B72EA}" type="slidenum">
              <a:rPr lang="ko-KR" altLang="en-US" smtClean="0"/>
              <a:pPr/>
              <a:t>16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23585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1270F-17E9-F6B9-BC6D-C151682CE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E189483-9967-4C9C-3911-601FEEC1C5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01BEFBE0-9BE8-9D74-8528-BF36BD64B1DB}"/>
              </a:ext>
            </a:extLst>
          </p:cNvPr>
          <p:cNvSpPr/>
          <p:nvPr/>
        </p:nvSpPr>
        <p:spPr>
          <a:xfrm>
            <a:off x="9149992" y="2400300"/>
            <a:ext cx="8528407" cy="7086600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6BD1639E-BC27-E76B-6AE4-C5998AF83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기술 스택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E874ACCC-1B28-4223-DFBC-74858B836D0E}"/>
              </a:ext>
            </a:extLst>
          </p:cNvPr>
          <p:cNvGrpSpPr/>
          <p:nvPr/>
        </p:nvGrpSpPr>
        <p:grpSpPr>
          <a:xfrm>
            <a:off x="2333137" y="3135650"/>
            <a:ext cx="3965993" cy="5400000"/>
            <a:chOff x="2333137" y="2791480"/>
            <a:chExt cx="3965993" cy="5400000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ACD97C66-01E4-72C1-2A49-A737141AAE22}"/>
                </a:ext>
              </a:extLst>
            </p:cNvPr>
            <p:cNvGrpSpPr/>
            <p:nvPr/>
          </p:nvGrpSpPr>
          <p:grpSpPr>
            <a:xfrm>
              <a:off x="2339130" y="2791480"/>
              <a:ext cx="3960000" cy="5400000"/>
              <a:chOff x="4127500" y="1587500"/>
              <a:chExt cx="3960000" cy="5400000"/>
            </a:xfrm>
          </p:grpSpPr>
          <p:grpSp>
            <p:nvGrpSpPr>
              <p:cNvPr id="4" name="그룹 3">
                <a:extLst>
                  <a:ext uri="{FF2B5EF4-FFF2-40B4-BE49-F238E27FC236}">
                    <a16:creationId xmlns:a16="http://schemas.microsoft.com/office/drawing/2014/main" id="{D1B6BD15-0EA4-C2E1-2346-686597CFE0DA}"/>
                  </a:ext>
                </a:extLst>
              </p:cNvPr>
              <p:cNvGrpSpPr/>
              <p:nvPr/>
            </p:nvGrpSpPr>
            <p:grpSpPr>
              <a:xfrm>
                <a:off x="4127500" y="1587500"/>
                <a:ext cx="3960000" cy="5400000"/>
                <a:chOff x="4127500" y="1587500"/>
                <a:chExt cx="3960000" cy="5400000"/>
              </a:xfrm>
            </p:grpSpPr>
            <p:pic>
              <p:nvPicPr>
                <p:cNvPr id="6" name="Picture 11">
                  <a:extLst>
                    <a:ext uri="{FF2B5EF4-FFF2-40B4-BE49-F238E27FC236}">
                      <a16:creationId xmlns:a16="http://schemas.microsoft.com/office/drawing/2014/main" id="{CAEEB540-034D-0AC7-53CE-9E99C2650528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27500" y="1587500"/>
                  <a:ext cx="3960000" cy="5400000"/>
                </a:xfrm>
                <a:prstGeom prst="rect">
                  <a:avLst/>
                </a:prstGeom>
                <a:effectLst>
                  <a:innerShdw blurRad="114300">
                    <a:prstClr val="black"/>
                  </a:innerShdw>
                </a:effectLst>
              </p:spPr>
            </p:pic>
            <p:pic>
              <p:nvPicPr>
                <p:cNvPr id="8" name="Picture 13">
                  <a:extLst>
                    <a:ext uri="{FF2B5EF4-FFF2-40B4-BE49-F238E27FC236}">
                      <a16:creationId xmlns:a16="http://schemas.microsoft.com/office/drawing/2014/main" id="{0C276D10-22FB-0DFE-F090-B38F95A266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4305300" y="1714500"/>
                  <a:ext cx="876300" cy="977900"/>
                </a:xfrm>
                <a:prstGeom prst="rect">
                  <a:avLst/>
                </a:prstGeom>
              </p:spPr>
            </p:pic>
            <p:sp>
              <p:nvSpPr>
                <p:cNvPr id="9" name="TextBox 19">
                  <a:extLst>
                    <a:ext uri="{FF2B5EF4-FFF2-40B4-BE49-F238E27FC236}">
                      <a16:creationId xmlns:a16="http://schemas.microsoft.com/office/drawing/2014/main" id="{44ED1B41-19B1-7791-2A77-55D631CB55D3}"/>
                    </a:ext>
                  </a:extLst>
                </p:cNvPr>
                <p:cNvSpPr txBox="1"/>
                <p:nvPr/>
              </p:nvSpPr>
              <p:spPr>
                <a:xfrm>
                  <a:off x="4305300" y="2873547"/>
                  <a:ext cx="3573780" cy="3810926"/>
                </a:xfrm>
                <a:prstGeom prst="rect">
                  <a:avLst/>
                </a:prstGeom>
              </p:spPr>
              <p:txBody>
                <a:bodyPr lIns="0" tIns="0" rIns="0" bIns="0" rtlCol="0" anchor="t"/>
                <a:lstStyle/>
                <a:p>
                  <a:pPr marL="342900" lvl="0" indent="-342900" algn="l">
                    <a:lnSpc>
                      <a:spcPct val="99600"/>
                    </a:lnSpc>
                    <a:buClr>
                      <a:srgbClr val="8B8B8B"/>
                    </a:buClr>
                    <a:buFont typeface="Wingdings" panose="05000000000000000000" pitchFamily="2" charset="2"/>
                    <a:buChar char="l"/>
                  </a:pPr>
                  <a:r>
                    <a:rPr lang="ko-KR" sz="2100" b="1" i="0" u="none" strike="noStrike" dirty="0">
                      <a:solidFill>
                        <a:srgbClr val="FF0000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rPr>
                    <a:t>객체지향</a:t>
                  </a:r>
                  <a:r>
                    <a:rPr lang="en-US" sz="2100" b="1" i="0" u="none" strike="noStrike" dirty="0">
                      <a:solidFill>
                        <a:srgbClr val="FF0000"/>
                      </a:solidFill>
                      <a:latin typeface="Pretendard Variable" panose="02000003000000020004" pitchFamily="2" charset="-127"/>
                    </a:rPr>
                    <a:t> </a:t>
                  </a:r>
                  <a:r>
                    <a:rPr lang="ko-KR" sz="2100" b="1" i="0" u="none" strike="noStrike" dirty="0">
                      <a:solidFill>
                        <a:srgbClr val="FF0000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rPr>
                    <a:t>프로그래밍</a:t>
                  </a:r>
                  <a:r>
                    <a:rPr lang="en-US" sz="2100" b="1" i="0" u="none" strike="noStrike" dirty="0">
                      <a:solidFill>
                        <a:srgbClr val="FF0000"/>
                      </a:solidFill>
                      <a:latin typeface="Pretendard Variable" panose="02000003000000020004" pitchFamily="2" charset="-127"/>
                    </a:rPr>
                    <a:t> </a:t>
                  </a:r>
                  <a:r>
                    <a:rPr lang="ko-KR" sz="2100" b="1" i="0" u="none" strike="noStrike" dirty="0">
                      <a:solidFill>
                        <a:srgbClr val="FF0000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rPr>
                    <a:t>언어</a:t>
                  </a:r>
                  <a:r>
                    <a:rPr lang="ko-KR" sz="2100" b="0" i="0" u="none" strike="noStrike" dirty="0">
                      <a:solidFill>
                        <a:srgbClr val="8B8B8B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rPr>
                    <a:t>로</a:t>
                  </a:r>
                  <a:r>
                    <a:rPr lang="en-US" altLang="ko-KR" sz="2100" b="0" i="0" u="none" strike="noStrike" dirty="0">
                      <a:solidFill>
                        <a:srgbClr val="8B8B8B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rPr>
                    <a:t> </a:t>
                  </a:r>
                  <a:r>
                    <a:rPr lang="ko-KR" sz="2100" b="0" i="0" u="none" strike="noStrike" dirty="0">
                      <a:solidFill>
                        <a:srgbClr val="8B8B8B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rPr>
                    <a:t>가독성과</a:t>
                  </a:r>
                  <a:r>
                    <a:rPr lang="en-US" sz="2100" b="0" i="0" u="none" strike="noStrike" dirty="0">
                      <a:solidFill>
                        <a:srgbClr val="8B8B8B"/>
                      </a:solidFill>
                      <a:latin typeface="Pretendard Variable" panose="02000003000000020004" pitchFamily="2" charset="-127"/>
                    </a:rPr>
                    <a:t> </a:t>
                  </a:r>
                  <a:r>
                    <a:rPr lang="ko-KR" sz="2100" b="1" i="0" u="none" strike="noStrike" dirty="0">
                      <a:solidFill>
                        <a:srgbClr val="FF0000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rPr>
                    <a:t>강력한</a:t>
                  </a:r>
                  <a:r>
                    <a:rPr lang="en-US" sz="2100" b="1" i="0" u="none" strike="noStrike" dirty="0">
                      <a:solidFill>
                        <a:srgbClr val="FF0000"/>
                      </a:solidFill>
                      <a:latin typeface="Pretendard Variable" panose="02000003000000020004" pitchFamily="2" charset="-127"/>
                    </a:rPr>
                    <a:t> </a:t>
                  </a:r>
                  <a:r>
                    <a:rPr lang="ko-KR" sz="2100" b="1" i="0" u="none" strike="noStrike" dirty="0">
                      <a:solidFill>
                        <a:srgbClr val="FF0000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rPr>
                    <a:t>라이브러리</a:t>
                  </a:r>
                  <a:r>
                    <a:rPr lang="en-US" sz="2100" b="1" i="0" u="none" strike="noStrike" dirty="0">
                      <a:solidFill>
                        <a:srgbClr val="FF0000"/>
                      </a:solidFill>
                      <a:latin typeface="Pretendard Variable" panose="02000003000000020004" pitchFamily="2" charset="-127"/>
                    </a:rPr>
                    <a:t> </a:t>
                  </a:r>
                  <a:r>
                    <a:rPr lang="ko-KR" sz="2100" b="1" i="0" u="none" strike="noStrike" dirty="0">
                      <a:solidFill>
                        <a:srgbClr val="FF0000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rPr>
                    <a:t>보유</a:t>
                  </a:r>
                  <a:endParaRPr lang="en-US" altLang="ko-KR" sz="2100" b="1" dirty="0">
                    <a:solidFill>
                      <a:srgbClr val="FF0000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</a:endParaRPr>
                </a:p>
                <a:p>
                  <a:pPr marL="342900" lvl="0" indent="-342900" algn="l">
                    <a:lnSpc>
                      <a:spcPct val="99600"/>
                    </a:lnSpc>
                    <a:buClr>
                      <a:srgbClr val="8B8B8B"/>
                    </a:buClr>
                    <a:buFont typeface="Wingdings" panose="05000000000000000000" pitchFamily="2" charset="2"/>
                    <a:buChar char="l"/>
                  </a:pPr>
                  <a:endParaRPr lang="en-US" altLang="ko-KR" sz="2100" dirty="0">
                    <a:solidFill>
                      <a:srgbClr val="8B8B8B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</a:endParaRPr>
                </a:p>
                <a:p>
                  <a:pPr marL="342900" lvl="0" indent="-342900" algn="l">
                    <a:lnSpc>
                      <a:spcPct val="99600"/>
                    </a:lnSpc>
                    <a:buClr>
                      <a:srgbClr val="8B8B8B"/>
                    </a:buClr>
                    <a:buFont typeface="Wingdings" panose="05000000000000000000" pitchFamily="2" charset="2"/>
                    <a:buChar char="l"/>
                  </a:pPr>
                  <a:r>
                    <a:rPr lang="en-US" altLang="ko-KR" sz="2100" b="1" dirty="0">
                      <a:solidFill>
                        <a:srgbClr val="FF0000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rPr>
                    <a:t>Fast API </a:t>
                  </a:r>
                  <a:r>
                    <a:rPr lang="ko-KR" altLang="ko-KR" sz="2100" dirty="0">
                      <a:solidFill>
                        <a:srgbClr val="8B8B8B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rPr>
                    <a:t>를</a:t>
                  </a:r>
                  <a:r>
                    <a:rPr lang="en-US" altLang="ko-KR" sz="2100" dirty="0">
                      <a:solidFill>
                        <a:srgbClr val="8B8B8B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rPr>
                    <a:t> </a:t>
                  </a:r>
                  <a:r>
                    <a:rPr lang="ko-KR" altLang="ko-KR" sz="2100" dirty="0">
                      <a:solidFill>
                        <a:srgbClr val="8B8B8B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rPr>
                    <a:t>사용해</a:t>
                  </a:r>
                  <a:r>
                    <a:rPr lang="en-US" altLang="ko-KR" sz="2100" dirty="0">
                      <a:solidFill>
                        <a:srgbClr val="8B8B8B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rPr>
                    <a:t> </a:t>
                  </a:r>
                  <a:r>
                    <a:rPr lang="ko-KR" altLang="ko-KR" sz="2100" dirty="0">
                      <a:solidFill>
                        <a:srgbClr val="8B8B8B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rPr>
                    <a:t>실시간</a:t>
                  </a:r>
                  <a:r>
                    <a:rPr lang="en-US" altLang="ko-KR" sz="2100" dirty="0">
                      <a:solidFill>
                        <a:srgbClr val="8B8B8B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rPr>
                    <a:t> </a:t>
                  </a:r>
                  <a:r>
                    <a:rPr lang="ko-KR" altLang="ko-KR" sz="2100" dirty="0">
                      <a:solidFill>
                        <a:srgbClr val="8B8B8B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rPr>
                    <a:t>출석</a:t>
                  </a:r>
                  <a:r>
                    <a:rPr lang="en-US" altLang="ko-KR" sz="2100" dirty="0">
                      <a:solidFill>
                        <a:srgbClr val="8B8B8B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rPr>
                    <a:t> </a:t>
                  </a:r>
                  <a:r>
                    <a:rPr lang="ko-KR" altLang="ko-KR" sz="2100" dirty="0">
                      <a:solidFill>
                        <a:srgbClr val="8B8B8B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rPr>
                    <a:t>판정</a:t>
                  </a:r>
                  <a:r>
                    <a:rPr lang="en-US" altLang="ko-KR" sz="2100" dirty="0">
                      <a:solidFill>
                        <a:srgbClr val="8B8B8B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rPr>
                    <a:t> </a:t>
                  </a:r>
                  <a:r>
                    <a:rPr lang="ko-KR" altLang="ko-KR" sz="2100" dirty="0">
                      <a:solidFill>
                        <a:srgbClr val="8B8B8B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rPr>
                    <a:t>로직</a:t>
                  </a:r>
                  <a:r>
                    <a:rPr lang="en-US" altLang="ko-KR" sz="2100" dirty="0">
                      <a:solidFill>
                        <a:srgbClr val="8B8B8B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rPr>
                    <a:t> </a:t>
                  </a:r>
                  <a:r>
                    <a:rPr lang="ko-KR" altLang="ko-KR" sz="2100" dirty="0">
                      <a:solidFill>
                        <a:srgbClr val="8B8B8B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rPr>
                    <a:t>구현</a:t>
                  </a:r>
                  <a:r>
                    <a:rPr lang="en-US" altLang="ko-KR" sz="2100" dirty="0">
                      <a:solidFill>
                        <a:srgbClr val="8B8B8B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rPr>
                    <a:t> </a:t>
                  </a:r>
                  <a:r>
                    <a:rPr lang="ko-KR" altLang="ko-KR" sz="2100" dirty="0">
                      <a:solidFill>
                        <a:srgbClr val="8B8B8B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rPr>
                    <a:t>및</a:t>
                  </a:r>
                  <a:r>
                    <a:rPr lang="en-US" altLang="ko-KR" sz="2100" dirty="0">
                      <a:solidFill>
                        <a:srgbClr val="8B8B8B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rPr>
                    <a:t> </a:t>
                  </a:r>
                  <a:r>
                    <a:rPr lang="ko-KR" altLang="ko-KR" sz="2100" dirty="0">
                      <a:solidFill>
                        <a:srgbClr val="8B8B8B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rPr>
                    <a:t>교수</a:t>
                  </a:r>
                  <a:r>
                    <a:rPr lang="en-US" altLang="ko-KR" sz="2100" dirty="0">
                      <a:solidFill>
                        <a:srgbClr val="8B8B8B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rPr>
                    <a:t>/ </a:t>
                  </a:r>
                  <a:r>
                    <a:rPr lang="ko-KR" altLang="ko-KR" sz="2100" dirty="0">
                      <a:solidFill>
                        <a:srgbClr val="8B8B8B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rPr>
                    <a:t>학생용</a:t>
                  </a:r>
                  <a:r>
                    <a:rPr lang="en-US" altLang="ko-KR" sz="2100" dirty="0">
                      <a:solidFill>
                        <a:srgbClr val="8B8B8B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rPr>
                    <a:t> </a:t>
                  </a:r>
                  <a:r>
                    <a:rPr lang="ko-KR" altLang="ko-KR" sz="2100" dirty="0">
                      <a:solidFill>
                        <a:srgbClr val="8B8B8B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rPr>
                    <a:t>웹</a:t>
                  </a:r>
                  <a:r>
                    <a:rPr lang="en-US" altLang="ko-KR" sz="2100" dirty="0">
                      <a:solidFill>
                        <a:srgbClr val="8B8B8B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rPr>
                    <a:t> </a:t>
                  </a:r>
                  <a:r>
                    <a:rPr lang="ko-KR" altLang="ko-KR" sz="2100" dirty="0">
                      <a:solidFill>
                        <a:srgbClr val="8B8B8B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rPr>
                    <a:t>인터페이스</a:t>
                  </a:r>
                  <a:r>
                    <a:rPr lang="en-US" altLang="ko-KR" sz="2100" dirty="0">
                      <a:solidFill>
                        <a:srgbClr val="8B8B8B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rPr>
                    <a:t> </a:t>
                  </a:r>
                  <a:r>
                    <a:rPr lang="ko-KR" altLang="ko-KR" sz="2100" dirty="0">
                      <a:solidFill>
                        <a:srgbClr val="8B8B8B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rPr>
                    <a:t>제공</a:t>
                  </a:r>
                </a:p>
                <a:p>
                  <a:pPr lvl="0" algn="l">
                    <a:lnSpc>
                      <a:spcPct val="99600"/>
                    </a:lnSpc>
                  </a:pPr>
                  <a:endParaRPr lang="ko-KR" sz="2100" b="0" i="0" u="none" strike="noStrike" dirty="0">
                    <a:solidFill>
                      <a:srgbClr val="8B8B8B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</a:endParaRPr>
                </a:p>
              </p:txBody>
            </p:sp>
            <p:sp>
              <p:nvSpPr>
                <p:cNvPr id="10" name="TextBox 22">
                  <a:extLst>
                    <a:ext uri="{FF2B5EF4-FFF2-40B4-BE49-F238E27FC236}">
                      <a16:creationId xmlns:a16="http://schemas.microsoft.com/office/drawing/2014/main" id="{B6646044-2772-0CE4-AC2E-BA49DFC46A85}"/>
                    </a:ext>
                  </a:extLst>
                </p:cNvPr>
                <p:cNvSpPr txBox="1"/>
                <p:nvPr/>
              </p:nvSpPr>
              <p:spPr>
                <a:xfrm>
                  <a:off x="4178300" y="3843020"/>
                  <a:ext cx="3670300" cy="1041400"/>
                </a:xfrm>
                <a:prstGeom prst="rect">
                  <a:avLst/>
                </a:prstGeom>
              </p:spPr>
              <p:txBody>
                <a:bodyPr lIns="0" tIns="0" rIns="0" bIns="0" rtlCol="0" anchor="ctr"/>
                <a:lstStyle/>
                <a:p>
                  <a:pPr marL="342900" lvl="0" indent="-342900" algn="l">
                    <a:lnSpc>
                      <a:spcPct val="99600"/>
                    </a:lnSpc>
                    <a:buClr>
                      <a:srgbClr val="8B8B8B"/>
                    </a:buClr>
                    <a:buFont typeface="Arial"/>
                    <a:buChar char="●"/>
                  </a:pPr>
                  <a:endParaRPr lang="ko-KR" sz="2100" b="0" i="0" u="none" strike="noStrike" dirty="0">
                    <a:solidFill>
                      <a:srgbClr val="8B8B8B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</a:endParaRPr>
                </a:p>
              </p:txBody>
            </p:sp>
          </p:grpSp>
          <p:sp>
            <p:nvSpPr>
              <p:cNvPr id="5" name="TextBox 8">
                <a:extLst>
                  <a:ext uri="{FF2B5EF4-FFF2-40B4-BE49-F238E27FC236}">
                    <a16:creationId xmlns:a16="http://schemas.microsoft.com/office/drawing/2014/main" id="{2602F1DC-436B-600D-224D-8A3B79FD576C}"/>
                  </a:ext>
                </a:extLst>
              </p:cNvPr>
              <p:cNvSpPr txBox="1"/>
              <p:nvPr/>
            </p:nvSpPr>
            <p:spPr>
              <a:xfrm>
                <a:off x="5186680" y="1905000"/>
                <a:ext cx="1290320" cy="5334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lvl="0" algn="l">
                  <a:lnSpc>
                    <a:spcPct val="99600"/>
                  </a:lnSpc>
                </a:pPr>
                <a:r>
                  <a:rPr lang="en-US" sz="3000" b="0" i="0" u="none" strike="noStrike" dirty="0">
                    <a:solidFill>
                      <a:srgbClr val="1F375D"/>
                    </a:solidFill>
                    <a:latin typeface="Pretendard Variable" panose="02000003000000020004" pitchFamily="2" charset="-127"/>
                  </a:rPr>
                  <a:t>Python</a:t>
                </a:r>
              </a:p>
            </p:txBody>
          </p:sp>
        </p:grp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82791C21-ECF0-93F6-9E76-54AAF958A24B}"/>
                </a:ext>
              </a:extLst>
            </p:cNvPr>
            <p:cNvSpPr/>
            <p:nvPr/>
          </p:nvSpPr>
          <p:spPr>
            <a:xfrm>
              <a:off x="2333137" y="2791480"/>
              <a:ext cx="3960000" cy="5400000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rgbClr val="1F375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E88A6B1C-886A-620D-7729-41494CCABD02}"/>
              </a:ext>
            </a:extLst>
          </p:cNvPr>
          <p:cNvGrpSpPr/>
          <p:nvPr/>
        </p:nvGrpSpPr>
        <p:grpSpPr>
          <a:xfrm>
            <a:off x="7292058" y="3135650"/>
            <a:ext cx="3966915" cy="5400000"/>
            <a:chOff x="7292058" y="2791480"/>
            <a:chExt cx="3966915" cy="5400000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C5873450-7D41-90C3-E982-6B63E11358EB}"/>
                </a:ext>
              </a:extLst>
            </p:cNvPr>
            <p:cNvGrpSpPr/>
            <p:nvPr/>
          </p:nvGrpSpPr>
          <p:grpSpPr>
            <a:xfrm>
              <a:off x="7292058" y="2791480"/>
              <a:ext cx="3960000" cy="5400000"/>
              <a:chOff x="4279900" y="1739900"/>
              <a:chExt cx="3960000" cy="5400000"/>
            </a:xfrm>
          </p:grpSpPr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BEEB462E-5E32-3672-6BD1-995693C25EE6}"/>
                  </a:ext>
                </a:extLst>
              </p:cNvPr>
              <p:cNvGrpSpPr/>
              <p:nvPr/>
            </p:nvGrpSpPr>
            <p:grpSpPr>
              <a:xfrm>
                <a:off x="4279900" y="1739900"/>
                <a:ext cx="3960000" cy="5400000"/>
                <a:chOff x="4127500" y="1587500"/>
                <a:chExt cx="3960000" cy="5400000"/>
              </a:xfrm>
            </p:grpSpPr>
            <p:grpSp>
              <p:nvGrpSpPr>
                <p:cNvPr id="14" name="그룹 13">
                  <a:extLst>
                    <a:ext uri="{FF2B5EF4-FFF2-40B4-BE49-F238E27FC236}">
                      <a16:creationId xmlns:a16="http://schemas.microsoft.com/office/drawing/2014/main" id="{D4D907D2-F0E0-8041-5A01-D5E45630F52A}"/>
                    </a:ext>
                  </a:extLst>
                </p:cNvPr>
                <p:cNvGrpSpPr/>
                <p:nvPr/>
              </p:nvGrpSpPr>
              <p:grpSpPr>
                <a:xfrm>
                  <a:off x="4127500" y="1587500"/>
                  <a:ext cx="3960000" cy="5400000"/>
                  <a:chOff x="4127500" y="1587500"/>
                  <a:chExt cx="3960000" cy="5400000"/>
                </a:xfrm>
              </p:grpSpPr>
              <p:pic>
                <p:nvPicPr>
                  <p:cNvPr id="16" name="Picture 11">
                    <a:extLst>
                      <a:ext uri="{FF2B5EF4-FFF2-40B4-BE49-F238E27FC236}">
                        <a16:creationId xmlns:a16="http://schemas.microsoft.com/office/drawing/2014/main" id="{6087DD9B-AC36-6FB1-C4CF-3D22E059A92F}"/>
                      </a:ext>
                    </a:extLst>
                  </p:cNvPr>
                  <p:cNvPicPr>
                    <a:picLocks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127500" y="1587500"/>
                    <a:ext cx="3960000" cy="5400000"/>
                  </a:xfrm>
                  <a:prstGeom prst="rect">
                    <a:avLst/>
                  </a:prstGeom>
                  <a:effectLst>
                    <a:innerShdw blurRad="114300">
                      <a:prstClr val="black"/>
                    </a:innerShdw>
                  </a:effectLst>
                </p:spPr>
              </p:pic>
              <p:sp>
                <p:nvSpPr>
                  <p:cNvPr id="17" name="TextBox 19">
                    <a:extLst>
                      <a:ext uri="{FF2B5EF4-FFF2-40B4-BE49-F238E27FC236}">
                        <a16:creationId xmlns:a16="http://schemas.microsoft.com/office/drawing/2014/main" id="{94F2C03E-3506-ECF9-A499-4778EBA47C91}"/>
                      </a:ext>
                    </a:extLst>
                  </p:cNvPr>
                  <p:cNvSpPr txBox="1"/>
                  <p:nvPr/>
                </p:nvSpPr>
                <p:spPr>
                  <a:xfrm>
                    <a:off x="4298315" y="2866099"/>
                    <a:ext cx="3587750" cy="3825822"/>
                  </a:xfrm>
                  <a:prstGeom prst="rect">
                    <a:avLst/>
                  </a:prstGeom>
                </p:spPr>
                <p:txBody>
                  <a:bodyPr lIns="0" tIns="0" rIns="0" bIns="0" rtlCol="0" anchor="t"/>
                  <a:lstStyle/>
                  <a:p>
                    <a:pPr marL="342900" lvl="0" indent="-342900">
                      <a:lnSpc>
                        <a:spcPct val="99600"/>
                      </a:lnSpc>
                      <a:buClr>
                        <a:srgbClr val="8B8B8B"/>
                      </a:buClr>
                      <a:buFont typeface="Wingdings" panose="05000000000000000000" pitchFamily="2" charset="2"/>
                      <a:buChar char="l"/>
                    </a:pPr>
                    <a:r>
                      <a:rPr lang="ko-KR" altLang="ko-KR" sz="2100" b="1" dirty="0">
                        <a:solidFill>
                          <a:srgbClr val="FF0000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컨테이너</a:t>
                    </a:r>
                    <a:r>
                      <a:rPr lang="en-US" altLang="ko-KR" sz="2100" b="1" dirty="0">
                        <a:solidFill>
                          <a:srgbClr val="FF0000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 </a:t>
                    </a:r>
                    <a:r>
                      <a:rPr lang="ko-KR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단위로</a:t>
                    </a:r>
                    <a:r>
                      <a:rPr lang="en-US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 </a:t>
                    </a:r>
                    <a:r>
                      <a:rPr lang="ko-KR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격리하여</a:t>
                    </a:r>
                    <a:r>
                      <a:rPr lang="en-US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 </a:t>
                    </a:r>
                    <a:r>
                      <a:rPr lang="ko-KR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실행하는</a:t>
                    </a:r>
                    <a:r>
                      <a:rPr lang="en-US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 </a:t>
                    </a:r>
                    <a:r>
                      <a:rPr lang="ko-KR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플랫폼</a:t>
                    </a:r>
                    <a:endParaRPr lang="en-US" altLang="ko-KR" sz="2100" dirty="0">
                      <a:solidFill>
                        <a:srgbClr val="8B8B8B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endParaRPr>
                  </a:p>
                  <a:p>
                    <a:pPr marL="342900" lvl="0" indent="-342900">
                      <a:lnSpc>
                        <a:spcPct val="99600"/>
                      </a:lnSpc>
                      <a:buClr>
                        <a:srgbClr val="8B8B8B"/>
                      </a:buClr>
                      <a:buFont typeface="Wingdings" panose="05000000000000000000" pitchFamily="2" charset="2"/>
                      <a:buChar char="l"/>
                    </a:pPr>
                    <a:endParaRPr lang="en-US" altLang="ko-KR" sz="2100" dirty="0">
                      <a:solidFill>
                        <a:srgbClr val="8B8B8B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endParaRPr>
                  </a:p>
                  <a:p>
                    <a:pPr marL="342900" lvl="0" indent="-342900">
                      <a:lnSpc>
                        <a:spcPct val="99600"/>
                      </a:lnSpc>
                      <a:buClr>
                        <a:srgbClr val="8B8B8B"/>
                      </a:buClr>
                      <a:buFont typeface="Wingdings" panose="05000000000000000000" pitchFamily="2" charset="2"/>
                      <a:buChar char="l"/>
                    </a:pPr>
                    <a:r>
                      <a:rPr lang="ko-KR" altLang="ko-KR" sz="2100" b="1" dirty="0">
                        <a:solidFill>
                          <a:srgbClr val="FF0000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재실</a:t>
                    </a:r>
                    <a:r>
                      <a:rPr lang="en-US" altLang="ko-KR" sz="2100" b="1" dirty="0">
                        <a:solidFill>
                          <a:srgbClr val="FF0000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 </a:t>
                    </a:r>
                    <a:r>
                      <a:rPr lang="ko-KR" altLang="ko-KR" sz="2100" b="1" dirty="0">
                        <a:solidFill>
                          <a:srgbClr val="FF0000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파악</a:t>
                    </a:r>
                    <a:r>
                      <a:rPr lang="en-US" altLang="ko-KR" sz="2100" b="1" dirty="0">
                        <a:solidFill>
                          <a:srgbClr val="FF0000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 </a:t>
                    </a:r>
                    <a:r>
                      <a:rPr lang="ko-KR" altLang="ko-KR" sz="2100" b="1" dirty="0">
                        <a:solidFill>
                          <a:srgbClr val="FF0000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모듈</a:t>
                    </a:r>
                    <a:r>
                      <a:rPr lang="ko-KR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과</a:t>
                    </a:r>
                    <a:r>
                      <a:rPr lang="en-US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 </a:t>
                    </a:r>
                    <a:r>
                      <a:rPr lang="ko-KR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캠퍼스</a:t>
                    </a:r>
                    <a:r>
                      <a:rPr lang="en-US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 </a:t>
                    </a:r>
                    <a:r>
                      <a:rPr lang="ko-KR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기능을</a:t>
                    </a:r>
                    <a:r>
                      <a:rPr lang="en-US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 </a:t>
                    </a:r>
                    <a:r>
                      <a:rPr lang="ko-KR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독립적으로</a:t>
                    </a:r>
                    <a:r>
                      <a:rPr lang="en-US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 </a:t>
                    </a:r>
                    <a:r>
                      <a:rPr lang="ko-KR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서비스</a:t>
                    </a:r>
                    <a:r>
                      <a:rPr lang="en-US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 </a:t>
                    </a:r>
                    <a:r>
                      <a:rPr lang="ko-KR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운영하여</a:t>
                    </a:r>
                    <a:r>
                      <a:rPr lang="en-US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 </a:t>
                    </a:r>
                    <a:r>
                      <a:rPr lang="ko-KR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안정성</a:t>
                    </a:r>
                    <a:r>
                      <a:rPr lang="en-US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 </a:t>
                    </a:r>
                    <a:r>
                      <a:rPr lang="ko-KR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높임</a:t>
                    </a:r>
                  </a:p>
                  <a:p>
                    <a:pPr marL="342900" lvl="0" indent="-342900">
                      <a:lnSpc>
                        <a:spcPct val="99600"/>
                      </a:lnSpc>
                      <a:buClr>
                        <a:srgbClr val="8B8B8B"/>
                      </a:buClr>
                      <a:buFont typeface="Wingdings" panose="05000000000000000000" pitchFamily="2" charset="2"/>
                      <a:buChar char="l"/>
                    </a:pPr>
                    <a:endParaRPr lang="en-US" altLang="ko-KR" sz="2100" dirty="0">
                      <a:solidFill>
                        <a:srgbClr val="8B8B8B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endParaRPr>
                  </a:p>
                </p:txBody>
              </p:sp>
              <p:sp>
                <p:nvSpPr>
                  <p:cNvPr id="18" name="TextBox 22">
                    <a:extLst>
                      <a:ext uri="{FF2B5EF4-FFF2-40B4-BE49-F238E27FC236}">
                        <a16:creationId xmlns:a16="http://schemas.microsoft.com/office/drawing/2014/main" id="{212BF2CF-6139-2547-7631-A87104D00527}"/>
                      </a:ext>
                    </a:extLst>
                  </p:cNvPr>
                  <p:cNvSpPr txBox="1"/>
                  <p:nvPr/>
                </p:nvSpPr>
                <p:spPr>
                  <a:xfrm>
                    <a:off x="4178300" y="3843020"/>
                    <a:ext cx="3670300" cy="1041400"/>
                  </a:xfrm>
                  <a:prstGeom prst="rect">
                    <a:avLst/>
                  </a:prstGeom>
                </p:spPr>
                <p:txBody>
                  <a:bodyPr lIns="0" tIns="0" rIns="0" bIns="0" rtlCol="0" anchor="ctr"/>
                  <a:lstStyle/>
                  <a:p>
                    <a:pPr marL="342900" lvl="0" indent="-342900" algn="l">
                      <a:lnSpc>
                        <a:spcPct val="99600"/>
                      </a:lnSpc>
                      <a:buClr>
                        <a:srgbClr val="8B8B8B"/>
                      </a:buClr>
                      <a:buFont typeface="Arial"/>
                      <a:buChar char="●"/>
                    </a:pPr>
                    <a:endParaRPr lang="ko-KR" sz="2100" b="0" i="0" u="none" strike="noStrike" dirty="0">
                      <a:solidFill>
                        <a:srgbClr val="8B8B8B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endParaRPr>
                  </a:p>
                </p:txBody>
              </p:sp>
            </p:grpSp>
            <p:sp>
              <p:nvSpPr>
                <p:cNvPr id="15" name="TextBox 8">
                  <a:extLst>
                    <a:ext uri="{FF2B5EF4-FFF2-40B4-BE49-F238E27FC236}">
                      <a16:creationId xmlns:a16="http://schemas.microsoft.com/office/drawing/2014/main" id="{87066CEC-DD6B-4317-3777-0C9739592040}"/>
                    </a:ext>
                  </a:extLst>
                </p:cNvPr>
                <p:cNvSpPr txBox="1"/>
                <p:nvPr/>
              </p:nvSpPr>
              <p:spPr>
                <a:xfrm>
                  <a:off x="5469255" y="1905000"/>
                  <a:ext cx="1290320" cy="533400"/>
                </a:xfrm>
                <a:prstGeom prst="rect">
                  <a:avLst/>
                </a:prstGeom>
              </p:spPr>
              <p:txBody>
                <a:bodyPr lIns="0" tIns="0" rIns="0" bIns="0" rtlCol="0" anchor="ctr"/>
                <a:lstStyle/>
                <a:p>
                  <a:pPr lvl="0" algn="l">
                    <a:lnSpc>
                      <a:spcPct val="99600"/>
                    </a:lnSpc>
                  </a:pPr>
                  <a:r>
                    <a:rPr lang="en-US" sz="3000" b="0" i="0" u="none" strike="noStrike" dirty="0">
                      <a:solidFill>
                        <a:srgbClr val="1F375D"/>
                      </a:solidFill>
                      <a:latin typeface="Pretendard Variable" panose="02000003000000020004" pitchFamily="2" charset="-127"/>
                    </a:rPr>
                    <a:t>Docker</a:t>
                  </a:r>
                </a:p>
              </p:txBody>
            </p:sp>
          </p:grpSp>
          <p:pic>
            <p:nvPicPr>
              <p:cNvPr id="13" name="Picture 14">
                <a:extLst>
                  <a:ext uri="{FF2B5EF4-FFF2-40B4-BE49-F238E27FC236}">
                    <a16:creationId xmlns:a16="http://schemas.microsoft.com/office/drawing/2014/main" id="{2D160706-0592-3138-8F46-EFB2856CF3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4450715" y="1892300"/>
                <a:ext cx="1104900" cy="876300"/>
              </a:xfrm>
              <a:prstGeom prst="rect">
                <a:avLst/>
              </a:prstGeom>
            </p:spPr>
          </p:pic>
        </p:grp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2EC5CED2-F54E-2BE4-923A-C5161AAE33CF}"/>
                </a:ext>
              </a:extLst>
            </p:cNvPr>
            <p:cNvSpPr/>
            <p:nvPr/>
          </p:nvSpPr>
          <p:spPr>
            <a:xfrm>
              <a:off x="7298973" y="2791480"/>
              <a:ext cx="3960000" cy="5400000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rgbClr val="1F375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9DE285B0-CE1C-A456-5EA4-6E6EB5D049ED}"/>
              </a:ext>
            </a:extLst>
          </p:cNvPr>
          <p:cNvGrpSpPr/>
          <p:nvPr/>
        </p:nvGrpSpPr>
        <p:grpSpPr>
          <a:xfrm>
            <a:off x="12244985" y="3135650"/>
            <a:ext cx="3966915" cy="5412700"/>
            <a:chOff x="12244985" y="2791480"/>
            <a:chExt cx="3966915" cy="5412700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901D1591-433C-EFDC-DD7A-E67F67320FE0}"/>
                </a:ext>
              </a:extLst>
            </p:cNvPr>
            <p:cNvGrpSpPr/>
            <p:nvPr/>
          </p:nvGrpSpPr>
          <p:grpSpPr>
            <a:xfrm>
              <a:off x="12244985" y="2804180"/>
              <a:ext cx="3960000" cy="5400000"/>
              <a:chOff x="12255500" y="1600200"/>
              <a:chExt cx="3960000" cy="5400000"/>
            </a:xfrm>
          </p:grpSpPr>
          <p:grpSp>
            <p:nvGrpSpPr>
              <p:cNvPr id="20" name="그룹 19">
                <a:extLst>
                  <a:ext uri="{FF2B5EF4-FFF2-40B4-BE49-F238E27FC236}">
                    <a16:creationId xmlns:a16="http://schemas.microsoft.com/office/drawing/2014/main" id="{91245DC1-2D93-1C06-9819-525D815131D6}"/>
                  </a:ext>
                </a:extLst>
              </p:cNvPr>
              <p:cNvGrpSpPr/>
              <p:nvPr/>
            </p:nvGrpSpPr>
            <p:grpSpPr>
              <a:xfrm>
                <a:off x="12255500" y="1600200"/>
                <a:ext cx="3960000" cy="5400000"/>
                <a:chOff x="4127500" y="1587500"/>
                <a:chExt cx="3960000" cy="5400000"/>
              </a:xfrm>
            </p:grpSpPr>
            <p:grpSp>
              <p:nvGrpSpPr>
                <p:cNvPr id="22" name="그룹 21">
                  <a:extLst>
                    <a:ext uri="{FF2B5EF4-FFF2-40B4-BE49-F238E27FC236}">
                      <a16:creationId xmlns:a16="http://schemas.microsoft.com/office/drawing/2014/main" id="{6FDB8967-BC44-C873-A16D-D1A3A8CD4EE2}"/>
                    </a:ext>
                  </a:extLst>
                </p:cNvPr>
                <p:cNvGrpSpPr/>
                <p:nvPr/>
              </p:nvGrpSpPr>
              <p:grpSpPr>
                <a:xfrm>
                  <a:off x="4127500" y="1587500"/>
                  <a:ext cx="3960000" cy="5400000"/>
                  <a:chOff x="4127500" y="1587500"/>
                  <a:chExt cx="3960000" cy="5400000"/>
                </a:xfrm>
              </p:grpSpPr>
              <p:pic>
                <p:nvPicPr>
                  <p:cNvPr id="24" name="Picture 11">
                    <a:extLst>
                      <a:ext uri="{FF2B5EF4-FFF2-40B4-BE49-F238E27FC236}">
                        <a16:creationId xmlns:a16="http://schemas.microsoft.com/office/drawing/2014/main" id="{94340BB7-F3F1-C58D-88AA-1E9B11DAD2C3}"/>
                      </a:ext>
                    </a:extLst>
                  </p:cNvPr>
                  <p:cNvPicPr>
                    <a:picLocks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127500" y="1587500"/>
                    <a:ext cx="3960000" cy="5400000"/>
                  </a:xfrm>
                  <a:prstGeom prst="rect">
                    <a:avLst/>
                  </a:prstGeom>
                  <a:effectLst>
                    <a:innerShdw blurRad="114300">
                      <a:prstClr val="black"/>
                    </a:innerShdw>
                  </a:effectLst>
                </p:spPr>
              </p:pic>
              <p:sp>
                <p:nvSpPr>
                  <p:cNvPr id="25" name="TextBox 19">
                    <a:extLst>
                      <a:ext uri="{FF2B5EF4-FFF2-40B4-BE49-F238E27FC236}">
                        <a16:creationId xmlns:a16="http://schemas.microsoft.com/office/drawing/2014/main" id="{894E7595-D6E6-54D4-B3E5-81C549BB9F53}"/>
                      </a:ext>
                    </a:extLst>
                  </p:cNvPr>
                  <p:cNvSpPr txBox="1"/>
                  <p:nvPr/>
                </p:nvSpPr>
                <p:spPr>
                  <a:xfrm>
                    <a:off x="4303115" y="2871217"/>
                    <a:ext cx="3578150" cy="3815586"/>
                  </a:xfrm>
                  <a:prstGeom prst="rect">
                    <a:avLst/>
                  </a:prstGeom>
                </p:spPr>
                <p:txBody>
                  <a:bodyPr lIns="0" tIns="0" rIns="0" bIns="0" rtlCol="0" anchor="t"/>
                  <a:lstStyle/>
                  <a:p>
                    <a:pPr marL="342900" lvl="0" indent="-342900">
                      <a:lnSpc>
                        <a:spcPct val="99600"/>
                      </a:lnSpc>
                      <a:buClr>
                        <a:srgbClr val="8B8B8B"/>
                      </a:buClr>
                      <a:buFont typeface="Wingdings" panose="05000000000000000000" pitchFamily="2" charset="2"/>
                      <a:buChar char="l"/>
                    </a:pPr>
                    <a:r>
                      <a:rPr lang="ko-KR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리눅스</a:t>
                    </a:r>
                    <a:r>
                      <a:rPr lang="en-US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 </a:t>
                    </a:r>
                    <a:r>
                      <a:rPr lang="ko-KR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기반의</a:t>
                    </a:r>
                    <a:r>
                      <a:rPr lang="en-US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 </a:t>
                    </a:r>
                    <a:r>
                      <a:rPr lang="ko-KR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오픈</a:t>
                    </a:r>
                    <a:r>
                      <a:rPr lang="en-US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 </a:t>
                    </a:r>
                    <a:r>
                      <a:rPr lang="ko-KR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소스</a:t>
                    </a:r>
                    <a:r>
                      <a:rPr lang="en-US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 </a:t>
                    </a:r>
                    <a:r>
                      <a:rPr lang="ko-KR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공유기</a:t>
                    </a:r>
                    <a:r>
                      <a:rPr lang="en-US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 </a:t>
                    </a:r>
                    <a:r>
                      <a:rPr lang="ko-KR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운영체제</a:t>
                    </a:r>
                    <a:endParaRPr lang="en-US" altLang="ko-KR" sz="2100" dirty="0">
                      <a:solidFill>
                        <a:srgbClr val="8B8B8B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endParaRPr>
                  </a:p>
                  <a:p>
                    <a:pPr marL="342900" lvl="0" indent="-342900">
                      <a:lnSpc>
                        <a:spcPct val="99600"/>
                      </a:lnSpc>
                      <a:buClr>
                        <a:srgbClr val="8B8B8B"/>
                      </a:buClr>
                      <a:buFont typeface="Wingdings" panose="05000000000000000000" pitchFamily="2" charset="2"/>
                      <a:buChar char="l"/>
                    </a:pPr>
                    <a:endParaRPr lang="ko-KR" altLang="ko-KR" sz="2100" dirty="0">
                      <a:solidFill>
                        <a:srgbClr val="8B8B8B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endParaRPr>
                  </a:p>
                  <a:p>
                    <a:pPr marL="342900" lvl="0" indent="-342900">
                      <a:lnSpc>
                        <a:spcPct val="99600"/>
                      </a:lnSpc>
                      <a:buClr>
                        <a:srgbClr val="8B8B8B"/>
                      </a:buClr>
                      <a:buFont typeface="Wingdings" panose="05000000000000000000" pitchFamily="2" charset="2"/>
                      <a:buChar char="l"/>
                    </a:pPr>
                    <a:r>
                      <a:rPr lang="ko-KR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일반</a:t>
                    </a:r>
                    <a:r>
                      <a:rPr lang="en-US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 </a:t>
                    </a:r>
                    <a:r>
                      <a:rPr lang="ko-KR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공유기와</a:t>
                    </a:r>
                    <a:r>
                      <a:rPr lang="en-US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 </a:t>
                    </a:r>
                    <a:r>
                      <a:rPr lang="ko-KR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달리</a:t>
                    </a:r>
                    <a:r>
                      <a:rPr lang="en-US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, </a:t>
                    </a:r>
                    <a:r>
                      <a:rPr lang="ko-KR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접속된</a:t>
                    </a:r>
                    <a:r>
                      <a:rPr lang="en-US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 </a:t>
                    </a:r>
                    <a:r>
                      <a:rPr lang="ko-KR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단말의</a:t>
                    </a:r>
                    <a:r>
                      <a:rPr lang="en-US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 </a:t>
                    </a:r>
                    <a:r>
                      <a:rPr lang="en-US" altLang="ko-KR" sz="2100" b="1" dirty="0">
                        <a:solidFill>
                          <a:srgbClr val="FF0000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MAC</a:t>
                    </a:r>
                    <a:r>
                      <a:rPr lang="ko-KR" altLang="ko-KR" sz="2100" b="1" dirty="0">
                        <a:solidFill>
                          <a:srgbClr val="FF0000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주소</a:t>
                    </a:r>
                    <a:r>
                      <a:rPr lang="en-US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 </a:t>
                    </a:r>
                    <a:r>
                      <a:rPr lang="ko-KR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직접</a:t>
                    </a:r>
                    <a:r>
                      <a:rPr lang="en-US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 </a:t>
                    </a:r>
                    <a:r>
                      <a:rPr lang="ko-KR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추출</a:t>
                    </a:r>
                    <a:r>
                      <a:rPr lang="en-US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 </a:t>
                    </a:r>
                    <a:r>
                      <a:rPr lang="ko-KR" altLang="ko-KR" sz="2100" dirty="0">
                        <a:solidFill>
                          <a:srgbClr val="8B8B8B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</a:rPr>
                      <a:t>가능</a:t>
                    </a:r>
                  </a:p>
                </p:txBody>
              </p:sp>
              <p:sp>
                <p:nvSpPr>
                  <p:cNvPr id="26" name="TextBox 22">
                    <a:extLst>
                      <a:ext uri="{FF2B5EF4-FFF2-40B4-BE49-F238E27FC236}">
                        <a16:creationId xmlns:a16="http://schemas.microsoft.com/office/drawing/2014/main" id="{C6D515F1-BA6A-3966-308F-323930D6ADBF}"/>
                      </a:ext>
                    </a:extLst>
                  </p:cNvPr>
                  <p:cNvSpPr txBox="1"/>
                  <p:nvPr/>
                </p:nvSpPr>
                <p:spPr>
                  <a:xfrm>
                    <a:off x="4178300" y="3843020"/>
                    <a:ext cx="3670300" cy="1041400"/>
                  </a:xfrm>
                  <a:prstGeom prst="rect">
                    <a:avLst/>
                  </a:prstGeom>
                </p:spPr>
                <p:txBody>
                  <a:bodyPr lIns="0" tIns="0" rIns="0" bIns="0" rtlCol="0" anchor="ctr"/>
                  <a:lstStyle/>
                  <a:p>
                    <a:pPr marL="342900" lvl="0" indent="-342900" algn="l">
                      <a:lnSpc>
                        <a:spcPct val="99600"/>
                      </a:lnSpc>
                      <a:buClr>
                        <a:srgbClr val="8B8B8B"/>
                      </a:buClr>
                      <a:buFont typeface="Arial"/>
                      <a:buChar char="●"/>
                    </a:pPr>
                    <a:endParaRPr lang="ko-KR" sz="2100" b="0" i="0" u="none" strike="noStrike" dirty="0">
                      <a:solidFill>
                        <a:srgbClr val="8B8B8B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</a:endParaRPr>
                  </a:p>
                </p:txBody>
              </p:sp>
            </p:grpSp>
            <p:sp>
              <p:nvSpPr>
                <p:cNvPr id="23" name="TextBox 8">
                  <a:extLst>
                    <a:ext uri="{FF2B5EF4-FFF2-40B4-BE49-F238E27FC236}">
                      <a16:creationId xmlns:a16="http://schemas.microsoft.com/office/drawing/2014/main" id="{C5FBEEB4-6E43-A3B2-771B-8CFF9AE058CA}"/>
                    </a:ext>
                  </a:extLst>
                </p:cNvPr>
                <p:cNvSpPr txBox="1"/>
                <p:nvPr/>
              </p:nvSpPr>
              <p:spPr>
                <a:xfrm>
                  <a:off x="5469255" y="1905000"/>
                  <a:ext cx="2184330" cy="533400"/>
                </a:xfrm>
                <a:prstGeom prst="rect">
                  <a:avLst/>
                </a:prstGeom>
              </p:spPr>
              <p:txBody>
                <a:bodyPr lIns="0" tIns="0" rIns="0" bIns="0" rtlCol="0" anchor="ctr"/>
                <a:lstStyle/>
                <a:p>
                  <a:pPr lvl="0">
                    <a:lnSpc>
                      <a:spcPct val="99600"/>
                    </a:lnSpc>
                  </a:pPr>
                  <a:r>
                    <a:rPr lang="en-US" altLang="ko-KR" sz="3000" dirty="0" err="1">
                      <a:solidFill>
                        <a:srgbClr val="1F375D"/>
                      </a:solidFill>
                      <a:latin typeface="Pretendard Variable" panose="02000003000000020004" pitchFamily="2" charset="-127"/>
                      <a:ea typeface="Pretendard Variable" panose="02000003000000020004" pitchFamily="2" charset="-127"/>
                      <a:cs typeface="Pretendard Variable" panose="02000003000000020004" pitchFamily="2" charset="-127"/>
                    </a:rPr>
                    <a:t>OpenWrt</a:t>
                  </a:r>
                  <a:endParaRPr lang="en-US" altLang="ko-KR" sz="3000" dirty="0">
                    <a:solidFill>
                      <a:srgbClr val="1F375D"/>
                    </a:solidFill>
                    <a:latin typeface="Pretendard Variable" panose="02000003000000020004" pitchFamily="2" charset="-127"/>
                    <a:ea typeface="Pretendard Variable" panose="02000003000000020004" pitchFamily="2" charset="-127"/>
                    <a:cs typeface="Pretendard Variable" panose="02000003000000020004" pitchFamily="2" charset="-127"/>
                  </a:endParaRPr>
                </a:p>
              </p:txBody>
            </p:sp>
          </p:grpSp>
          <p:pic>
            <p:nvPicPr>
              <p:cNvPr id="21" name="Picture 15">
                <a:extLst>
                  <a:ext uri="{FF2B5EF4-FFF2-40B4-BE49-F238E27FC236}">
                    <a16:creationId xmlns:a16="http://schemas.microsoft.com/office/drawing/2014/main" id="{CCD4E7B1-F046-1138-9F83-15F86AEB1C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12558078" y="1774170"/>
                <a:ext cx="787400" cy="863600"/>
              </a:xfrm>
              <a:prstGeom prst="rect">
                <a:avLst/>
              </a:prstGeom>
            </p:spPr>
          </p:pic>
        </p:grpSp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D41FBF14-96DC-B565-CDEA-8D48FACADD1D}"/>
                </a:ext>
              </a:extLst>
            </p:cNvPr>
            <p:cNvSpPr/>
            <p:nvPr/>
          </p:nvSpPr>
          <p:spPr>
            <a:xfrm>
              <a:off x="12251900" y="2791480"/>
              <a:ext cx="3960000" cy="5400000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rgbClr val="1F375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1A55FB78-E7D5-4694-AB63-E77584438C99}"/>
              </a:ext>
            </a:extLst>
          </p:cNvPr>
          <p:cNvSpPr txBox="1"/>
          <p:nvPr/>
        </p:nvSpPr>
        <p:spPr>
          <a:xfrm>
            <a:off x="914400" y="2560320"/>
            <a:ext cx="15984413" cy="307777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/>
          <a:p>
            <a:pPr algn="l">
              <a:lnSpc>
                <a:spcPct val="99600"/>
              </a:lnSpc>
            </a:pP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프로젝트 중 사용 할 주요 기술 스택에 대한 정리 입니다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  <a:endParaRPr lang="en-US" altLang="ko-KR" sz="2000" b="0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2" name="바닥글 개체 틀 31">
            <a:extLst>
              <a:ext uri="{FF2B5EF4-FFF2-40B4-BE49-F238E27FC236}">
                <a16:creationId xmlns:a16="http://schemas.microsoft.com/office/drawing/2014/main" id="{9FB2CDEF-1D22-5FE9-FA2C-27810B93F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33" name="슬라이드 번호 개체 틀 32">
            <a:extLst>
              <a:ext uri="{FF2B5EF4-FFF2-40B4-BE49-F238E27FC236}">
                <a16:creationId xmlns:a16="http://schemas.microsoft.com/office/drawing/2014/main" id="{C17B9F6D-32DC-B466-0230-8E3DAA5C0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DB11-7331-4A71-B882-1AEAEEE59EE0}" type="slidenum">
              <a:rPr lang="ko-KR" altLang="en-US" smtClean="0"/>
              <a:pPr/>
              <a:t>17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6537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26153-F80E-410F-5E0F-865F71452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ADDD48-4B19-C99F-388F-05CD23903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시스템 설계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AED3424-84F0-B54C-C218-7C0CBE4493F0}"/>
              </a:ext>
            </a:extLst>
          </p:cNvPr>
          <p:cNvSpPr/>
          <p:nvPr/>
        </p:nvSpPr>
        <p:spPr>
          <a:xfrm>
            <a:off x="914400" y="4470574"/>
            <a:ext cx="2160000" cy="9720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Reverse Proxy</a:t>
            </a:r>
          </a:p>
          <a:p>
            <a:pPr algn="ctr"/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(Nginx)</a:t>
            </a:r>
          </a:p>
          <a:p>
            <a:pPr algn="ctr"/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- </a:t>
            </a:r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김현석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5F95976-43CD-14B0-050E-8D96D2639BE3}"/>
              </a:ext>
            </a:extLst>
          </p:cNvPr>
          <p:cNvSpPr/>
          <p:nvPr/>
        </p:nvSpPr>
        <p:spPr>
          <a:xfrm>
            <a:off x="3644775" y="4470574"/>
            <a:ext cx="2160000" cy="9720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Front</a:t>
            </a:r>
          </a:p>
          <a:p>
            <a:pPr algn="ctr"/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- </a:t>
            </a:r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이다인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39FD66F-BEC8-E950-03DE-C34E8FB0D9A7}"/>
              </a:ext>
            </a:extLst>
          </p:cNvPr>
          <p:cNvSpPr/>
          <p:nvPr/>
        </p:nvSpPr>
        <p:spPr>
          <a:xfrm>
            <a:off x="6375150" y="4470574"/>
            <a:ext cx="2160000" cy="9720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Backend(LMS)</a:t>
            </a:r>
          </a:p>
          <a:p>
            <a:pPr algn="ctr"/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- </a:t>
            </a:r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이다인</a:t>
            </a:r>
            <a:endParaRPr lang="en-US" altLang="ko-KR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ctr"/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- </a:t>
            </a:r>
            <a:r>
              <a:rPr lang="ko-KR" altLang="en-US" dirty="0" err="1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박준완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F9403F1-063B-0F36-BB9D-DAE1AB1433B4}"/>
              </a:ext>
            </a:extLst>
          </p:cNvPr>
          <p:cNvSpPr/>
          <p:nvPr/>
        </p:nvSpPr>
        <p:spPr>
          <a:xfrm>
            <a:off x="9105525" y="4470574"/>
            <a:ext cx="2160000" cy="9720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재실 관리 서비스</a:t>
            </a:r>
            <a:endParaRPr lang="en-US" altLang="ko-KR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marL="285750" indent="-285750" algn="ctr">
              <a:buFontTx/>
              <a:buChar char="-"/>
            </a:pPr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심재혁</a:t>
            </a:r>
            <a:endParaRPr lang="en-US" altLang="ko-KR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marL="285750" indent="-285750" algn="ctr">
              <a:buFontTx/>
              <a:buChar char="-"/>
            </a:pPr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이다인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2CFCC14-1F52-BED0-3E56-B5D2C79B5AD8}"/>
              </a:ext>
            </a:extLst>
          </p:cNvPr>
          <p:cNvSpPr/>
          <p:nvPr/>
        </p:nvSpPr>
        <p:spPr>
          <a:xfrm>
            <a:off x="11835900" y="4470574"/>
            <a:ext cx="2160000" cy="9720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공유기들</a:t>
            </a:r>
            <a:endParaRPr lang="en-US" altLang="ko-KR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ctr"/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- </a:t>
            </a:r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김현석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AF0629F-4560-6683-D927-C960070A57BA}"/>
              </a:ext>
            </a:extLst>
          </p:cNvPr>
          <p:cNvSpPr/>
          <p:nvPr/>
        </p:nvSpPr>
        <p:spPr>
          <a:xfrm>
            <a:off x="14987186" y="4470574"/>
            <a:ext cx="2386414" cy="97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안드로이드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7D9DE5A-854C-460F-8EEE-B8A95A53EA2A}"/>
              </a:ext>
            </a:extLst>
          </p:cNvPr>
          <p:cNvSpPr/>
          <p:nvPr/>
        </p:nvSpPr>
        <p:spPr>
          <a:xfrm>
            <a:off x="6375150" y="6675669"/>
            <a:ext cx="2160000" cy="9720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DB</a:t>
            </a:r>
          </a:p>
          <a:p>
            <a:pPr algn="ctr"/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- </a:t>
            </a:r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김정환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A18264D1-8305-5ACF-A1C5-456442293889}"/>
              </a:ext>
            </a:extLst>
          </p:cNvPr>
          <p:cNvSpPr/>
          <p:nvPr/>
        </p:nvSpPr>
        <p:spPr>
          <a:xfrm>
            <a:off x="9105525" y="6675669"/>
            <a:ext cx="2160000" cy="9720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7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오브젝트 스토리지</a:t>
            </a:r>
            <a:endParaRPr lang="en-US" altLang="ko-KR" sz="17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ctr"/>
            <a:r>
              <a:rPr lang="en-US" altLang="ko-KR" sz="17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- </a:t>
            </a:r>
            <a:r>
              <a:rPr lang="ko-KR" altLang="en-US" sz="1700" dirty="0" err="1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박준완</a:t>
            </a:r>
            <a:endParaRPr lang="ko-KR" altLang="en-US" sz="17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24F7F46-A4E6-BEB3-656F-11124D2E981A}"/>
              </a:ext>
            </a:extLst>
          </p:cNvPr>
          <p:cNvSpPr/>
          <p:nvPr/>
        </p:nvSpPr>
        <p:spPr>
          <a:xfrm>
            <a:off x="14987186" y="5617278"/>
            <a:ext cx="2386414" cy="97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아이폰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7418142-600E-ECF0-E5EF-F018D0C415A6}"/>
              </a:ext>
            </a:extLst>
          </p:cNvPr>
          <p:cNvSpPr/>
          <p:nvPr/>
        </p:nvSpPr>
        <p:spPr>
          <a:xfrm>
            <a:off x="14987186" y="6763982"/>
            <a:ext cx="2386414" cy="97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노트북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08BFDB4-6371-7C9A-FBC7-8FF0014F3C67}"/>
              </a:ext>
            </a:extLst>
          </p:cNvPr>
          <p:cNvSpPr/>
          <p:nvPr/>
        </p:nvSpPr>
        <p:spPr>
          <a:xfrm>
            <a:off x="14987186" y="7910686"/>
            <a:ext cx="2386414" cy="972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그 외 와이파이를 지원하는 모든 기기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18B093C-FF88-8601-E5EA-208C0D07526B}"/>
              </a:ext>
            </a:extLst>
          </p:cNvPr>
          <p:cNvCxnSpPr>
            <a:stCxn id="3" idx="3"/>
            <a:endCxn id="7" idx="1"/>
          </p:cNvCxnSpPr>
          <p:nvPr/>
        </p:nvCxnSpPr>
        <p:spPr>
          <a:xfrm>
            <a:off x="3074400" y="4956574"/>
            <a:ext cx="5703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27602C3-7EAB-1EEE-F8D0-7ED5B0514DD4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5804775" y="4956574"/>
            <a:ext cx="5703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2EB2B1DC-9738-B335-CB91-1A577802CF1A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8535150" y="4956574"/>
            <a:ext cx="5703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00F212DB-0885-30C2-C0B2-E95B01C0F7F6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11265525" y="4956574"/>
            <a:ext cx="5703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AC684FE5-0150-F4A1-D845-DAA0F91F14FF}"/>
              </a:ext>
            </a:extLst>
          </p:cNvPr>
          <p:cNvCxnSpPr>
            <a:stCxn id="8" idx="2"/>
            <a:endCxn id="15" idx="0"/>
          </p:cNvCxnSpPr>
          <p:nvPr/>
        </p:nvCxnSpPr>
        <p:spPr>
          <a:xfrm rot="16200000" flipH="1">
            <a:off x="8203790" y="4693933"/>
            <a:ext cx="1233095" cy="273037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54EB1718-9C5F-7CBE-2DEA-4C7A39537C63}"/>
              </a:ext>
            </a:extLst>
          </p:cNvPr>
          <p:cNvCxnSpPr>
            <a:stCxn id="8" idx="2"/>
            <a:endCxn id="14" idx="0"/>
          </p:cNvCxnSpPr>
          <p:nvPr/>
        </p:nvCxnSpPr>
        <p:spPr>
          <a:xfrm>
            <a:off x="7455150" y="5442574"/>
            <a:ext cx="0" cy="12330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7F3A15C-9A5B-F619-1552-937AD91725F7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13995900" y="4956574"/>
            <a:ext cx="9912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63CBEADE-DAFC-9854-C5B8-27D4AABE775D}"/>
              </a:ext>
            </a:extLst>
          </p:cNvPr>
          <p:cNvCxnSpPr>
            <a:stCxn id="11" idx="3"/>
            <a:endCxn id="16" idx="1"/>
          </p:cNvCxnSpPr>
          <p:nvPr/>
        </p:nvCxnSpPr>
        <p:spPr>
          <a:xfrm>
            <a:off x="13995900" y="4956574"/>
            <a:ext cx="991286" cy="114670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FAF7239B-7F79-555D-D0F9-71729B343029}"/>
              </a:ext>
            </a:extLst>
          </p:cNvPr>
          <p:cNvCxnSpPr>
            <a:stCxn id="11" idx="3"/>
            <a:endCxn id="17" idx="1"/>
          </p:cNvCxnSpPr>
          <p:nvPr/>
        </p:nvCxnSpPr>
        <p:spPr>
          <a:xfrm>
            <a:off x="13995900" y="4956574"/>
            <a:ext cx="991286" cy="229340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18CA6183-8FCC-F039-B93B-06F91395B3F5}"/>
              </a:ext>
            </a:extLst>
          </p:cNvPr>
          <p:cNvCxnSpPr>
            <a:stCxn id="11" idx="3"/>
            <a:endCxn id="18" idx="1"/>
          </p:cNvCxnSpPr>
          <p:nvPr/>
        </p:nvCxnSpPr>
        <p:spPr>
          <a:xfrm>
            <a:off x="13995900" y="4956574"/>
            <a:ext cx="991286" cy="344011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192517C-2B2D-AB06-EEFE-53F3081EF5B6}"/>
              </a:ext>
            </a:extLst>
          </p:cNvPr>
          <p:cNvSpPr/>
          <p:nvPr/>
        </p:nvSpPr>
        <p:spPr>
          <a:xfrm>
            <a:off x="3644775" y="3237479"/>
            <a:ext cx="7620750" cy="9144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CI/CD</a:t>
            </a:r>
          </a:p>
          <a:p>
            <a:pPr algn="ctr"/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- </a:t>
            </a:r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김현석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D480FF5-0CBA-5764-67A5-02D5FA08E01D}"/>
              </a:ext>
            </a:extLst>
          </p:cNvPr>
          <p:cNvSpPr txBox="1"/>
          <p:nvPr/>
        </p:nvSpPr>
        <p:spPr>
          <a:xfrm>
            <a:off x="914400" y="2558156"/>
            <a:ext cx="15984413" cy="307777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/>
          <a:p>
            <a:pPr algn="l">
              <a:lnSpc>
                <a:spcPct val="99600"/>
              </a:lnSpc>
            </a:pPr>
            <a:r>
              <a:rPr lang="ko-KR" altLang="en-US" sz="20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프로젝트가 작동하기 위한 시스템 전반에 대한 구성도 및 담당자 배정 명세입니다</a:t>
            </a:r>
            <a:r>
              <a:rPr lang="en-US" altLang="ko-KR" sz="20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74A9EA-A1DE-CEEE-0F6C-CDED2A1A7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81671507-3F7B-DC9A-66A4-2D06C99A1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DB11-7331-4A71-B882-1AEAEEE59EE0}" type="slidenum">
              <a:rPr lang="ko-KR" altLang="en-US" smtClean="0"/>
              <a:pPr/>
              <a:t>18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26190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5CCAB-6322-814D-8208-5EA8395C6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AB5190B5-9A03-4B24-3F8F-D217C64CF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기능 우선순위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8E6698-8393-5FEE-CBA4-6CE2B85C088C}"/>
              </a:ext>
            </a:extLst>
          </p:cNvPr>
          <p:cNvSpPr txBox="1"/>
          <p:nvPr/>
        </p:nvSpPr>
        <p:spPr>
          <a:xfrm>
            <a:off x="914400" y="2560320"/>
            <a:ext cx="15984413" cy="307777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/>
          <a:p>
            <a:pPr algn="l">
              <a:lnSpc>
                <a:spcPct val="99600"/>
              </a:lnSpc>
            </a:pPr>
            <a:r>
              <a:rPr lang="ko-KR" altLang="en-US" sz="20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프로젝트 진행에 있어 주요 쟁점인 인접성 파악 서비스 </a:t>
            </a:r>
            <a:r>
              <a:rPr lang="ko-KR" altLang="en-US" sz="2000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부터</a:t>
            </a:r>
            <a:r>
              <a:rPr lang="ko-KR" altLang="en-US" sz="20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기존 </a:t>
            </a:r>
            <a:r>
              <a:rPr lang="en-US" altLang="ko-KR" sz="20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LMS </a:t>
            </a:r>
            <a:r>
              <a:rPr lang="ko-KR" altLang="en-US" sz="20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서비스까지 우선순위를 선정하여 나열한 정보입니다</a:t>
            </a:r>
            <a:r>
              <a:rPr lang="en-US" altLang="ko-KR" sz="20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24EE731-B1FE-37D4-FF54-BC033B3669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870424"/>
              </p:ext>
            </p:extLst>
          </p:nvPr>
        </p:nvGraphicFramePr>
        <p:xfrm>
          <a:off x="914400" y="2933700"/>
          <a:ext cx="7924800" cy="6276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3464608333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777759430"/>
                    </a:ext>
                  </a:extLst>
                </a:gridCol>
              </a:tblGrid>
              <a:tr h="78462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01</a:t>
                      </a:r>
                      <a:endParaRPr lang="ko-KR" altLang="en-US" sz="32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로그인 </a:t>
                      </a:r>
                      <a:r>
                        <a:rPr lang="en-US" altLang="ko-KR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/ </a:t>
                      </a:r>
                      <a:r>
                        <a:rPr lang="ko-KR" altLang="en-US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회원가입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87154"/>
                  </a:ext>
                </a:extLst>
              </a:tr>
              <a:tr h="78462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02</a:t>
                      </a:r>
                      <a:endParaRPr lang="ko-KR" altLang="en-US" sz="32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강의실 </a:t>
                      </a:r>
                      <a:r>
                        <a:rPr lang="en-US" altLang="ko-KR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/ Wi-Fi </a:t>
                      </a:r>
                      <a:r>
                        <a:rPr lang="ko-KR" altLang="en-US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관계 관리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634905"/>
                  </a:ext>
                </a:extLst>
              </a:tr>
              <a:tr h="78462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03</a:t>
                      </a:r>
                      <a:endParaRPr lang="ko-KR" altLang="en-US" sz="32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수업 관리</a:t>
                      </a:r>
                      <a:endParaRPr lang="en-US" altLang="ko-KR" sz="32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961708"/>
                  </a:ext>
                </a:extLst>
              </a:tr>
              <a:tr h="78462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04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수업 강의실 관계 관리</a:t>
                      </a:r>
                      <a:endParaRPr lang="en-US" altLang="ko-KR" sz="32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675460"/>
                  </a:ext>
                </a:extLst>
              </a:tr>
              <a:tr h="78462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05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b="0" dirty="0" err="1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OpenWrt</a:t>
                      </a:r>
                      <a:r>
                        <a:rPr lang="ko-KR" altLang="en-US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접속 단말 정보 관리</a:t>
                      </a:r>
                      <a:endParaRPr lang="en-US" altLang="ko-KR" sz="32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542264"/>
                  </a:ext>
                </a:extLst>
              </a:tr>
              <a:tr h="78462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06</a:t>
                      </a:r>
                      <a:endParaRPr lang="ko-KR" altLang="en-US" sz="32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인접성 서비스 </a:t>
                      </a:r>
                      <a:r>
                        <a:rPr lang="en-US" altLang="ko-KR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/ </a:t>
                      </a:r>
                      <a:r>
                        <a:rPr lang="en-US" altLang="ko-KR" sz="3200" b="0" dirty="0" err="1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OpenWrt</a:t>
                      </a:r>
                      <a:r>
                        <a:rPr lang="en-US" altLang="ko-KR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lang="ko-KR" altLang="en-US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연동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656854"/>
                  </a:ext>
                </a:extLst>
              </a:tr>
              <a:tr h="78462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07</a:t>
                      </a:r>
                      <a:endParaRPr lang="ko-KR" altLang="en-US" sz="32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출석 </a:t>
                      </a:r>
                      <a:r>
                        <a:rPr lang="en-US" altLang="ko-KR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/ </a:t>
                      </a:r>
                      <a:r>
                        <a:rPr lang="ko-KR" altLang="en-US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인접성 서비스 연동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683609"/>
                  </a:ext>
                </a:extLst>
              </a:tr>
              <a:tr h="78462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08</a:t>
                      </a:r>
                      <a:endParaRPr lang="ko-KR" altLang="en-US" sz="32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시험</a:t>
                      </a:r>
                      <a:r>
                        <a:rPr lang="en-US" altLang="ko-KR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/ </a:t>
                      </a:r>
                      <a:r>
                        <a:rPr lang="ko-KR" altLang="en-US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인접성 서비스 연동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455000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23F298A-21B7-D6D0-044F-60855B3D49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3768098"/>
              </p:ext>
            </p:extLst>
          </p:nvPr>
        </p:nvGraphicFramePr>
        <p:xfrm>
          <a:off x="9448800" y="2933700"/>
          <a:ext cx="7924800" cy="4707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3464608333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777759430"/>
                    </a:ext>
                  </a:extLst>
                </a:gridCol>
              </a:tblGrid>
              <a:tr h="78462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09</a:t>
                      </a:r>
                      <a:endParaRPr lang="ko-KR" altLang="en-US" sz="32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수업 공지사항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87154"/>
                  </a:ext>
                </a:extLst>
              </a:tr>
              <a:tr h="78462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10</a:t>
                      </a:r>
                      <a:endParaRPr lang="ko-KR" altLang="en-US" sz="32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수업 인터넷 강의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634905"/>
                  </a:ext>
                </a:extLst>
              </a:tr>
              <a:tr h="78462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11</a:t>
                      </a:r>
                      <a:endParaRPr lang="ko-KR" altLang="en-US" sz="32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수업 자료실</a:t>
                      </a:r>
                      <a:endParaRPr lang="en-US" altLang="ko-KR" sz="32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961708"/>
                  </a:ext>
                </a:extLst>
              </a:tr>
              <a:tr h="78462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수업 과제</a:t>
                      </a:r>
                      <a:endParaRPr lang="en-US" altLang="ko-KR" sz="32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3675460"/>
                  </a:ext>
                </a:extLst>
              </a:tr>
              <a:tr h="78462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수업 성적 처리</a:t>
                      </a:r>
                      <a:endParaRPr lang="en-US" altLang="ko-KR" sz="32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542264"/>
                  </a:ext>
                </a:extLst>
              </a:tr>
              <a:tr h="78462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그 외 기존 </a:t>
                      </a:r>
                      <a:r>
                        <a:rPr lang="en-US" altLang="ko-KR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LMS </a:t>
                      </a:r>
                      <a:r>
                        <a:rPr lang="ko-KR" altLang="en-US" sz="3200" b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기능들</a:t>
                      </a:r>
                      <a:endParaRPr lang="en-US" altLang="ko-KR" sz="3200" b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594267"/>
                  </a:ext>
                </a:extLst>
              </a:tr>
            </a:tbl>
          </a:graphicData>
        </a:graphic>
      </p:graphicFrame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FD4E68-5A17-C201-2A63-F327B1A49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A11474-94AD-C7A8-C889-8144B5B23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DB11-7331-4A71-B882-1AEAEEE59EE0}" type="slidenum">
              <a:rPr lang="ko-KR" altLang="en-US" smtClean="0"/>
              <a:pPr/>
              <a:t>19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81497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C137C-2459-EFEF-E08E-1571C4E17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3C750FF-57AF-D7DA-2ECF-788195AF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cs typeface="Pretendard Variable" panose="02000003000000020004" pitchFamily="2" charset="-127"/>
              </a:rPr>
              <a:t>07 </a:t>
            </a:r>
            <a:r>
              <a:rPr lang="ko-KR" altLang="en-US" dirty="0">
                <a:cs typeface="Pretendard Variable" panose="02000003000000020004" pitchFamily="2" charset="-127"/>
              </a:rPr>
              <a:t>진행 상황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DB07709-EFDA-B4A9-E0A5-DDF46CD41F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>
                <a:cs typeface="Pretendard Variable" panose="02000003000000020004" pitchFamily="2" charset="-127"/>
              </a:rPr>
              <a:t>현재 개발되고 있는 부분</a:t>
            </a:r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1FE265F4-1D88-459A-840E-35951C755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8B1B8B2-FE6A-2B8D-3E74-3ED0EAC2C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28A6-690D-4FFC-8B6B-22EB395B72EA}" type="slidenum">
              <a:rPr lang="ko-KR" altLang="en-US" smtClean="0"/>
              <a:pPr/>
              <a:t>20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75304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>
                <a:cs typeface="Pretendard Variable"/>
              </a:rPr>
              <a:t>분류별 진행 상황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399" y="2562225"/>
            <a:ext cx="15984413" cy="30587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99600"/>
              </a:lnSpc>
              <a:defRPr/>
            </a:pPr>
            <a:r>
              <a:rPr lang="ko-KR" altLang="en-US" sz="2000" b="0" i="0" u="none" strike="noStrike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프로젝트 진행 상황을 </a:t>
            </a:r>
            <a:r>
              <a:rPr lang="en-US" altLang="ko-KR" sz="200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Frontend,</a:t>
            </a:r>
            <a:r>
              <a: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 </a:t>
            </a:r>
            <a:r>
              <a:rPr lang="en-US" altLang="ko-KR" sz="200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Backend,</a:t>
            </a:r>
            <a:r>
              <a: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 </a:t>
            </a:r>
            <a:r>
              <a:rPr lang="en-US" altLang="ko-KR" sz="200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DB,</a:t>
            </a:r>
            <a:r>
              <a: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 </a:t>
            </a:r>
            <a:r>
              <a:rPr lang="en-US" altLang="ko-KR" sz="200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PresenseService, OpenWRT </a:t>
            </a:r>
            <a:r>
              <a:rPr lang="ko-KR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각 부분으로 나누어 진행 상황을 설명합니다</a:t>
            </a:r>
            <a:r>
              <a:rPr lang="en-US" altLang="ko-KR" sz="200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.</a:t>
            </a:r>
            <a:endParaRPr lang="en-US" altLang="ko-KR" sz="2000" b="0" i="0" u="none" strike="noStrike">
              <a:solidFill>
                <a:schemeClr val="tx1">
                  <a:lumMod val="75000"/>
                  <a:lumOff val="25000"/>
                </a:schemeClr>
              </a:solidFill>
              <a:latin typeface="Pretendard Variable"/>
              <a:ea typeface="Pretendard Variable"/>
              <a:cs typeface="Pretendard Variable"/>
            </a:endParaRPr>
          </a:p>
        </p:txBody>
      </p:sp>
      <p:grpSp>
        <p:nvGrpSpPr>
          <p:cNvPr id="6" name="Group 1"/>
          <p:cNvGrpSpPr/>
          <p:nvPr/>
        </p:nvGrpSpPr>
        <p:grpSpPr>
          <a:xfrm>
            <a:off x="914399" y="2943226"/>
            <a:ext cx="3041880" cy="2759500"/>
            <a:chOff x="834779" y="2943226"/>
            <a:chExt cx="3041880" cy="2759500"/>
          </a:xfrm>
        </p:grpSpPr>
        <p:grpSp>
          <p:nvGrpSpPr>
            <p:cNvPr id="9" name="그룹 8"/>
            <p:cNvGrpSpPr/>
            <p:nvPr/>
          </p:nvGrpSpPr>
          <p:grpSpPr>
            <a:xfrm>
              <a:off x="834779" y="2943226"/>
              <a:ext cx="3041880" cy="2759500"/>
              <a:chOff x="1219826" y="6597311"/>
              <a:chExt cx="2951753" cy="1055063"/>
            </a:xfrm>
          </p:grpSpPr>
          <p:sp>
            <p:nvSpPr>
              <p:cNvPr id="11" name="사각형: 둥근 모서리 10"/>
              <p:cNvSpPr/>
              <p:nvPr/>
            </p:nvSpPr>
            <p:spPr>
              <a:xfrm>
                <a:off x="1219826" y="6597311"/>
                <a:ext cx="2951753" cy="1055063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1F375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  <a:latin typeface="Pretendard Variable"/>
                  <a:ea typeface="Pretendard Variable"/>
                  <a:cs typeface="Pretendard Variable"/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1321495" y="6649525"/>
                <a:ext cx="2782078" cy="137158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lnSpc>
                    <a:spcPct val="99600"/>
                  </a:lnSpc>
                  <a:defRPr/>
                </a:pPr>
                <a:r>
                  <a:rPr lang="en-US" altLang="ko-KR" sz="2400" b="1" i="0" u="none" strike="noStrike">
                    <a:latin typeface="Pretendard Variable"/>
                    <a:ea typeface="Pretendard Variable"/>
                    <a:cs typeface="Pretendard Variable"/>
                  </a:rPr>
                  <a:t>Frontend</a:t>
                </a:r>
                <a:endParaRPr lang="en-US" altLang="ko-KR" sz="2300" b="1" i="0" u="none" strike="noStrike">
                  <a:latin typeface="Pretendard Variable"/>
                  <a:ea typeface="Pretendard Variable"/>
                  <a:cs typeface="Pretendard Variable"/>
                </a:endParaRPr>
              </a:p>
            </p:txBody>
          </p:sp>
        </p:grpSp>
        <p:sp>
          <p:nvSpPr>
            <p:cNvPr id="10" name="Rectangle 3"/>
            <p:cNvSpPr>
              <a:spLocks noChangeArrowheads="1"/>
            </p:cNvSpPr>
            <p:nvPr/>
          </p:nvSpPr>
          <p:spPr>
            <a:xfrm>
              <a:off x="939555" y="3444405"/>
              <a:ext cx="2790825" cy="196977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/>
                <a:buChar char="l"/>
                <a:defRPr/>
              </a:pPr>
              <a:r>
                <a:rPr kumimoji="0" lang="ko-KR" altLang="en-US" sz="1400" b="1" i="0" u="none" strike="noStrike" cap="none" normalizeH="0" baseline="0" dirty="0">
                  <a:solidFill>
                    <a:schemeClr val="dk1"/>
                  </a:solidFill>
                  <a:effectLst/>
                  <a:latin typeface="Pretendard Variable"/>
                  <a:ea typeface="Pretendard Variable"/>
                  <a:cs typeface="Pretendard Variable"/>
                </a:rPr>
                <a:t>학생</a:t>
              </a:r>
              <a:r>
                <a:rPr kumimoji="0" lang="en-US" altLang="ko-KR" sz="1400" b="1" i="0" u="none" strike="noStrike" cap="none" normalizeH="0" baseline="0" dirty="0">
                  <a:solidFill>
                    <a:schemeClr val="dk1"/>
                  </a:solidFill>
                  <a:effectLst/>
                  <a:latin typeface="Pretendard Variable"/>
                  <a:ea typeface="Pretendard Variable"/>
                  <a:cs typeface="Pretendard Variable"/>
                </a:rPr>
                <a:t>/</a:t>
              </a:r>
              <a:r>
                <a:rPr kumimoji="0" lang="ko-KR" altLang="en-US" sz="1400" b="1" i="0" u="none" strike="noStrike" cap="none" normalizeH="0" baseline="0" dirty="0">
                  <a:solidFill>
                    <a:schemeClr val="dk1"/>
                  </a:solidFill>
                  <a:effectLst/>
                  <a:latin typeface="Pretendard Variable"/>
                  <a:ea typeface="Pretendard Variable"/>
                  <a:cs typeface="Pretendard Variable"/>
                </a:rPr>
                <a:t>교수</a:t>
              </a:r>
              <a:r>
                <a:rPr kumimoji="0" lang="en-US" altLang="ko-KR" sz="1400" b="1" i="0" u="none" strike="noStrike" cap="none" normalizeH="0" baseline="0" dirty="0">
                  <a:solidFill>
                    <a:schemeClr val="dk1"/>
                  </a:solidFill>
                  <a:effectLst/>
                  <a:latin typeface="Pretendard Variable"/>
                  <a:ea typeface="Pretendard Variable"/>
                  <a:cs typeface="Pretendard Variable"/>
                </a:rPr>
                <a:t>/</a:t>
              </a:r>
              <a:r>
                <a:rPr kumimoji="0" lang="ko-KR" altLang="en-US" sz="1400" b="1" i="0" u="none" strike="noStrike" cap="none" normalizeH="0" baseline="0" dirty="0">
                  <a:solidFill>
                    <a:schemeClr val="dk1"/>
                  </a:solidFill>
                  <a:effectLst/>
                  <a:latin typeface="Pretendard Variable"/>
                  <a:ea typeface="Pretendard Variable"/>
                  <a:cs typeface="Pretendard Variable"/>
                </a:rPr>
                <a:t>관리자 로그인</a:t>
              </a:r>
            </a:p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/>
                <a:buChar char="l"/>
                <a:defRPr/>
              </a:pPr>
              <a:r>
                <a:rPr lang="ko-KR" altLang="en-US" sz="1400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역할별 대시보드</a:t>
              </a:r>
              <a:r>
                <a:rPr lang="en-US" altLang="ko-KR" sz="1400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,</a:t>
              </a:r>
            </a:p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/>
                <a:buChar char="l"/>
                <a:defRPr/>
              </a:pPr>
              <a:r>
                <a:rPr kumimoji="0" lang="ko-KR" altLang="en-US" sz="1400" b="1" i="0" u="none" strike="noStrike" cap="none" normalizeH="0" baseline="0" dirty="0">
                  <a:solidFill>
                    <a:schemeClr val="dk1"/>
                  </a:solidFill>
                  <a:effectLst/>
                  <a:latin typeface="Pretendard Variable"/>
                  <a:ea typeface="Pretendard Variable"/>
                  <a:cs typeface="Pretendard Variable"/>
                </a:rPr>
                <a:t>학생 단말 등록</a:t>
              </a:r>
              <a:r>
                <a:rPr kumimoji="0" lang="en-US" altLang="ko-KR" sz="1400" b="1" i="0" u="none" strike="noStrike" cap="none" normalizeH="0" baseline="0" dirty="0">
                  <a:solidFill>
                    <a:schemeClr val="dk1"/>
                  </a:solidFill>
                  <a:effectLst/>
                  <a:latin typeface="Pretendard Variable"/>
                  <a:ea typeface="Pretendard Variable"/>
                  <a:cs typeface="Pretendard Variable"/>
                </a:rPr>
                <a:t>/</a:t>
              </a:r>
              <a:r>
                <a:rPr kumimoji="0" lang="ko-KR" altLang="en-US" sz="1400" b="1" i="0" u="none" strike="noStrike" cap="none" normalizeH="0" baseline="0" dirty="0">
                  <a:solidFill>
                    <a:schemeClr val="dk1"/>
                  </a:solidFill>
                  <a:effectLst/>
                  <a:latin typeface="Pretendard Variable"/>
                  <a:ea typeface="Pretendard Variable"/>
                  <a:cs typeface="Pretendard Variable"/>
                </a:rPr>
                <a:t>삭제</a:t>
              </a:r>
            </a:p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/>
                <a:buChar char="l"/>
                <a:defRPr/>
              </a:pPr>
              <a:r>
                <a:rPr lang="ko-KR" altLang="en-US" sz="1400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출석</a:t>
              </a:r>
              <a:r>
                <a:rPr lang="en-US" altLang="ko-KR" sz="1400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/</a:t>
              </a:r>
              <a:r>
                <a:rPr lang="ko-KR" altLang="en-US" sz="1400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시험</a:t>
              </a:r>
            </a:p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/>
                <a:buChar char="l"/>
                <a:defRPr/>
              </a:pPr>
              <a:r>
                <a:rPr kumimoji="0" lang="ko-KR" altLang="en-US" sz="1400" b="1" i="0" u="none" strike="noStrike" cap="none" normalizeH="0" baseline="0" dirty="0">
                  <a:solidFill>
                    <a:schemeClr val="dk1"/>
                  </a:solidFill>
                  <a:effectLst/>
                  <a:latin typeface="Pretendard Variable"/>
                  <a:ea typeface="Pretendard Variable"/>
                  <a:cs typeface="Pretendard Variable"/>
                </a:rPr>
                <a:t>인접성 확인</a:t>
              </a:r>
            </a:p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/>
                <a:buChar char="l"/>
                <a:defRPr/>
              </a:pPr>
              <a:r>
                <a:rPr kumimoji="0" lang="ko-KR" altLang="en-US" sz="1400" b="1" i="0" u="none" strike="noStrike" cap="none" normalizeH="0" baseline="0" dirty="0">
                  <a:solidFill>
                    <a:schemeClr val="dk1"/>
                  </a:solidFill>
                  <a:effectLst/>
                  <a:latin typeface="Pretendard Variable"/>
                  <a:ea typeface="Pretendard Variable"/>
                  <a:cs typeface="Pretendard Variable"/>
                </a:rPr>
                <a:t>학생</a:t>
              </a:r>
              <a:r>
                <a:rPr kumimoji="0" lang="en-US" altLang="ko-KR" sz="1400" b="1" i="0" u="none" strike="noStrike" cap="none" normalizeH="0" baseline="0" dirty="0">
                  <a:solidFill>
                    <a:schemeClr val="dk1"/>
                  </a:solidFill>
                  <a:effectLst/>
                  <a:latin typeface="Pretendard Variable"/>
                  <a:ea typeface="Pretendard Variable"/>
                  <a:cs typeface="Pretendard Variable"/>
                </a:rPr>
                <a:t>/</a:t>
              </a:r>
              <a:r>
                <a:rPr kumimoji="0" lang="ko-KR" altLang="en-US" sz="1400" b="1" i="0" u="none" strike="noStrike" cap="none" normalizeH="0" baseline="0" dirty="0">
                  <a:solidFill>
                    <a:schemeClr val="dk1"/>
                  </a:solidFill>
                  <a:effectLst/>
                  <a:latin typeface="Pretendard Variable"/>
                  <a:ea typeface="Pretendard Variable"/>
                  <a:cs typeface="Pretendard Variable"/>
                </a:rPr>
                <a:t>교수 강의 목록</a:t>
              </a:r>
            </a:p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/>
                <a:buChar char="l"/>
                <a:defRPr/>
              </a:pPr>
              <a:r>
                <a:rPr lang="ko-KR" altLang="en-US" sz="1400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공지 조회</a:t>
              </a:r>
              <a:r>
                <a:rPr lang="en-US" altLang="ko-KR" sz="1400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/</a:t>
              </a:r>
              <a:r>
                <a:rPr lang="ko-KR" altLang="en-US" sz="1400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상세</a:t>
              </a:r>
              <a:r>
                <a:rPr lang="en-US" altLang="ko-KR" sz="1400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/</a:t>
              </a:r>
              <a:r>
                <a:rPr lang="ko-KR" altLang="en-US" sz="1400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작성</a:t>
              </a:r>
            </a:p>
            <a:p>
              <a:pPr marL="285750" indent="-285750" eaLnBrk="0" hangingPunct="0">
                <a:spcBef>
                  <a:spcPct val="0"/>
                </a:spcBef>
                <a:spcAft>
                  <a:spcPct val="0"/>
                </a:spcAft>
                <a:buFont typeface="Wingdings"/>
                <a:buChar char="l"/>
                <a:defRPr/>
              </a:pPr>
              <a:r>
                <a:rPr lang="en-US" altLang="ko-KR" sz="1200" b="1" dirty="0" err="1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출결</a:t>
              </a:r>
              <a:r>
                <a:rPr lang="en-US" altLang="ko-KR" sz="1200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 </a:t>
              </a:r>
              <a:r>
                <a:rPr lang="en-US" altLang="ko-KR" sz="1200" b="1" dirty="0" err="1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현황</a:t>
              </a:r>
              <a:r>
                <a:rPr lang="en-US" altLang="ko-KR" sz="1200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 </a:t>
              </a:r>
              <a:r>
                <a:rPr lang="en-US" altLang="ko-KR" sz="1200" b="1" dirty="0" err="1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화면</a:t>
              </a:r>
              <a:r>
                <a:rPr lang="en-US" altLang="ko-KR" sz="1200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 및 </a:t>
              </a:r>
              <a:r>
                <a:rPr lang="en-US" altLang="ko-KR" sz="1200" b="1" dirty="0" err="1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인접성</a:t>
              </a:r>
              <a:r>
                <a:rPr lang="en-US" altLang="ko-KR" sz="1200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 </a:t>
              </a:r>
              <a:r>
                <a:rPr lang="en-US" altLang="ko-KR" sz="1200" b="1" dirty="0" err="1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확인</a:t>
              </a:r>
              <a:r>
                <a:rPr lang="en-US" altLang="ko-KR" sz="1200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 UI </a:t>
              </a:r>
              <a:r>
                <a:rPr lang="en-US" altLang="ko-KR" sz="1200" b="1" dirty="0" err="1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반영</a:t>
              </a:r>
              <a:endParaRPr lang="en-US" altLang="ko-KR" sz="1200" b="1" dirty="0">
                <a:solidFill>
                  <a:schemeClr val="dk1"/>
                </a:solidFill>
                <a:latin typeface="Pretendard Variable"/>
                <a:ea typeface="Pretendard Variable"/>
                <a:cs typeface="Pretendard Variable"/>
              </a:endParaRPr>
            </a:p>
            <a:p>
              <a:pPr marL="285750" indent="-285750" eaLnBrk="0" hangingPunct="0">
                <a:spcBef>
                  <a:spcPct val="0"/>
                </a:spcBef>
                <a:spcAft>
                  <a:spcPct val="0"/>
                </a:spcAft>
                <a:buFont typeface="Wingdings"/>
                <a:buChar char="l"/>
                <a:defRPr/>
              </a:pPr>
              <a:r>
                <a:rPr lang="en-US" altLang="ko-KR" sz="1200" b="1" dirty="0" err="1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시험</a:t>
              </a:r>
              <a:r>
                <a:rPr lang="en-US" altLang="ko-KR" sz="1200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 </a:t>
              </a:r>
              <a:r>
                <a:rPr lang="en-US" altLang="ko-KR" sz="1200" b="1" dirty="0" err="1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목록</a:t>
              </a:r>
              <a:r>
                <a:rPr lang="en-US" altLang="ko-KR" sz="1200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/</a:t>
              </a:r>
              <a:r>
                <a:rPr lang="en-US" altLang="ko-KR" sz="1200" b="1" dirty="0" err="1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응시</a:t>
              </a:r>
              <a:r>
                <a:rPr lang="en-US" altLang="ko-KR" sz="1200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/</a:t>
              </a:r>
              <a:r>
                <a:rPr lang="en-US" altLang="ko-KR" sz="1200" b="1" dirty="0" err="1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제출</a:t>
              </a:r>
              <a:r>
                <a:rPr lang="en-US" altLang="ko-KR" sz="1200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 UI </a:t>
              </a:r>
              <a:r>
                <a:rPr lang="en-US" altLang="ko-KR" sz="1200" b="1" dirty="0" err="1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추가</a:t>
              </a:r>
              <a:endParaRPr lang="en-US" altLang="ko-KR" sz="1200" b="1" dirty="0">
                <a:solidFill>
                  <a:schemeClr val="dk1"/>
                </a:solidFill>
                <a:latin typeface="Pretendard Variable"/>
                <a:ea typeface="Pretendard Variable"/>
                <a:cs typeface="Pretendard Variable"/>
              </a:endParaRPr>
            </a:p>
          </p:txBody>
        </p:sp>
      </p:grpSp>
      <p:grpSp>
        <p:nvGrpSpPr>
          <p:cNvPr id="15" name="Group 1"/>
          <p:cNvGrpSpPr/>
          <p:nvPr/>
        </p:nvGrpSpPr>
        <p:grpSpPr>
          <a:xfrm>
            <a:off x="4236766" y="2943226"/>
            <a:ext cx="3042000" cy="2963392"/>
            <a:chOff x="834779" y="2943226"/>
            <a:chExt cx="3042000" cy="2963392"/>
          </a:xfrm>
        </p:grpSpPr>
        <p:grpSp>
          <p:nvGrpSpPr>
            <p:cNvPr id="16" name="그룹 15"/>
            <p:cNvGrpSpPr/>
            <p:nvPr/>
          </p:nvGrpSpPr>
          <p:grpSpPr>
            <a:xfrm>
              <a:off x="834779" y="2943226"/>
              <a:ext cx="3042000" cy="2759500"/>
              <a:chOff x="1219826" y="6597311"/>
              <a:chExt cx="2951869" cy="1055063"/>
            </a:xfrm>
          </p:grpSpPr>
          <p:sp>
            <p:nvSpPr>
              <p:cNvPr id="18" name="사각형: 둥근 모서리 17"/>
              <p:cNvSpPr/>
              <p:nvPr/>
            </p:nvSpPr>
            <p:spPr>
              <a:xfrm>
                <a:off x="1219826" y="6597311"/>
                <a:ext cx="2951869" cy="1055063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1F375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  <a:latin typeface="Pretendard Variable"/>
                  <a:ea typeface="Pretendard Variable"/>
                  <a:cs typeface="Pretendard Variable"/>
                </a:endParaRP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1321497" y="6649525"/>
                <a:ext cx="2782078" cy="135326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lnSpc>
                    <a:spcPct val="99600"/>
                  </a:lnSpc>
                  <a:defRPr/>
                </a:pPr>
                <a:r>
                  <a:rPr lang="en-US" altLang="ko-KR" sz="2300" b="1" i="0" u="none" strike="noStrike">
                    <a:latin typeface="Pretendard Variable"/>
                    <a:ea typeface="Pretendard Variable"/>
                    <a:cs typeface="Pretendard Variable"/>
                  </a:rPr>
                  <a:t>Backend</a:t>
                </a:r>
              </a:p>
            </p:txBody>
          </p:sp>
        </p:grpSp>
        <p:sp>
          <p:nvSpPr>
            <p:cNvPr id="17" name="Rectangle 3"/>
            <p:cNvSpPr>
              <a:spLocks noChangeArrowheads="1"/>
            </p:cNvSpPr>
            <p:nvPr/>
          </p:nvSpPr>
          <p:spPr>
            <a:xfrm>
              <a:off x="939556" y="3444405"/>
              <a:ext cx="2867024" cy="246221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/>
                <a:buChar char="l"/>
                <a:defRPr/>
              </a:pPr>
              <a:r>
                <a:rPr lang="ko-KR" altLang="en-US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학생</a:t>
              </a:r>
              <a:r>
                <a:rPr lang="en-US" altLang="ko-KR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/</a:t>
              </a:r>
              <a:r>
                <a:rPr lang="ko-KR" altLang="en-US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교수</a:t>
              </a:r>
              <a:r>
                <a:rPr lang="en-US" altLang="ko-KR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/</a:t>
              </a:r>
              <a:r>
                <a:rPr lang="ko-KR" altLang="en-US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관리자 로그인</a:t>
              </a:r>
            </a:p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/>
                <a:buChar char="l"/>
                <a:defRPr/>
              </a:pPr>
              <a:r>
                <a:rPr lang="ko-KR" altLang="en-US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학생</a:t>
              </a:r>
              <a:r>
                <a:rPr lang="en-US" altLang="ko-KR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/</a:t>
              </a:r>
              <a:r>
                <a:rPr lang="ko-KR" altLang="en-US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교수 강의 조회</a:t>
              </a:r>
            </a:p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/>
                <a:buChar char="l"/>
                <a:defRPr/>
              </a:pPr>
              <a:r>
                <a:rPr lang="ko-KR" altLang="en-US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공지 조회</a:t>
              </a:r>
              <a:r>
                <a:rPr lang="en-US" altLang="ko-KR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/</a:t>
              </a:r>
              <a:r>
                <a:rPr lang="ko-KR" altLang="en-US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상세</a:t>
              </a:r>
              <a:r>
                <a:rPr lang="en-US" altLang="ko-KR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/</a:t>
              </a:r>
              <a:r>
                <a:rPr lang="ko-KR" altLang="en-US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작성</a:t>
              </a:r>
            </a:p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/>
                <a:buChar char="l"/>
                <a:defRPr/>
              </a:pPr>
              <a:r>
                <a:rPr lang="ko-KR" altLang="en-US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학생 단말 관리</a:t>
              </a:r>
            </a:p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/>
                <a:buChar char="l"/>
                <a:defRPr/>
              </a:pPr>
              <a:r>
                <a:rPr lang="ko-KR" altLang="en-US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인접성 확인</a:t>
              </a:r>
              <a:r>
                <a:rPr lang="en-US" altLang="ko-KR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(Dummy)</a:t>
              </a:r>
            </a:p>
            <a:p>
              <a:pPr marL="285750" indent="-285750" eaLnBrk="0" hangingPunct="0">
                <a:spcBef>
                  <a:spcPct val="0"/>
                </a:spcBef>
                <a:spcAft>
                  <a:spcPct val="0"/>
                </a:spcAft>
                <a:buFont typeface="Wingdings"/>
                <a:buChar char="l"/>
                <a:defRPr/>
              </a:pPr>
              <a:r>
                <a:rPr lang="en-US" altLang="ko-KR" sz="1400" b="1" dirty="0" err="1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시험</a:t>
              </a:r>
              <a:r>
                <a:rPr lang="en-US" altLang="ko-KR" sz="1400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 </a:t>
              </a:r>
              <a:r>
                <a:rPr lang="en-US" altLang="ko-KR" sz="1400" b="1" dirty="0" err="1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생성</a:t>
              </a:r>
              <a:r>
                <a:rPr lang="en-US" altLang="ko-KR" sz="1400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/</a:t>
              </a:r>
              <a:r>
                <a:rPr lang="en-US" altLang="ko-KR" sz="1400" b="1" dirty="0" err="1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조회</a:t>
              </a:r>
              <a:r>
                <a:rPr lang="en-US" altLang="ko-KR" sz="1400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/</a:t>
              </a:r>
              <a:r>
                <a:rPr lang="en-US" altLang="ko-KR" sz="1400" b="1" dirty="0" err="1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응시,제출</a:t>
              </a:r>
              <a:r>
                <a:rPr lang="en-US" altLang="ko-KR" sz="1400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 API </a:t>
              </a:r>
              <a:r>
                <a:rPr lang="en-US" altLang="ko-KR" sz="1400" b="1" dirty="0" err="1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구현</a:t>
              </a:r>
              <a:endParaRPr lang="en-US" altLang="ko-KR" sz="1400" b="1" dirty="0">
                <a:solidFill>
                  <a:schemeClr val="dk1"/>
                </a:solidFill>
                <a:latin typeface="Pretendard Variable"/>
                <a:ea typeface="Pretendard Variable"/>
                <a:cs typeface="Pretendard Variable"/>
              </a:endParaRPr>
            </a:p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/>
                <a:buChar char="l"/>
                <a:defRPr/>
              </a:pPr>
              <a:endParaRPr lang="en-US" altLang="ko-KR" b="1" dirty="0">
                <a:solidFill>
                  <a:schemeClr val="dk1"/>
                </a:solidFill>
                <a:latin typeface="Pretendard Variable"/>
                <a:ea typeface="Pretendard Variable"/>
                <a:cs typeface="Pretendard Variable"/>
              </a:endParaRPr>
            </a:p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/>
                <a:buChar char="l"/>
                <a:defRPr/>
              </a:pPr>
              <a:endParaRPr kumimoji="0" lang="ko-KR" altLang="ko-KR" sz="1800" i="0" u="none" strike="noStrike" cap="none" normalizeH="0" baseline="0" dirty="0">
                <a:solidFill>
                  <a:schemeClr val="dk1"/>
                </a:solidFill>
                <a:effectLst/>
                <a:latin typeface="Pretendard Variable"/>
                <a:ea typeface="Pretendard Variable"/>
                <a:cs typeface="Pretendard Variable"/>
              </a:endParaRPr>
            </a:p>
          </p:txBody>
        </p:sp>
      </p:grp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41653" y="6026572"/>
            <a:ext cx="2133349" cy="3184103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0" name="Group 1"/>
          <p:cNvGrpSpPr/>
          <p:nvPr/>
        </p:nvGrpSpPr>
        <p:grpSpPr>
          <a:xfrm>
            <a:off x="7559133" y="2943226"/>
            <a:ext cx="3042000" cy="3153059"/>
            <a:chOff x="834779" y="2943226"/>
            <a:chExt cx="3042000" cy="3153059"/>
          </a:xfrm>
        </p:grpSpPr>
        <p:grpSp>
          <p:nvGrpSpPr>
            <p:cNvPr id="21" name="그룹 20"/>
            <p:cNvGrpSpPr/>
            <p:nvPr/>
          </p:nvGrpSpPr>
          <p:grpSpPr>
            <a:xfrm>
              <a:off x="834779" y="2943226"/>
              <a:ext cx="3042000" cy="2759500"/>
              <a:chOff x="1219826" y="6597311"/>
              <a:chExt cx="2951869" cy="1055063"/>
            </a:xfrm>
          </p:grpSpPr>
          <p:sp>
            <p:nvSpPr>
              <p:cNvPr id="23" name="사각형: 둥근 모서리 22"/>
              <p:cNvSpPr/>
              <p:nvPr/>
            </p:nvSpPr>
            <p:spPr>
              <a:xfrm>
                <a:off x="1219826" y="6597311"/>
                <a:ext cx="2951869" cy="1055063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1F375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  <a:latin typeface="Pretendard Variable"/>
                  <a:ea typeface="Pretendard Variable"/>
                  <a:cs typeface="Pretendard Variable"/>
                </a:endParaRP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1321498" y="6649525"/>
                <a:ext cx="2782078" cy="135326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lnSpc>
                    <a:spcPct val="99600"/>
                  </a:lnSpc>
                  <a:defRPr/>
                </a:pPr>
                <a:r>
                  <a:rPr lang="en-US" altLang="ko-KR" sz="2300" b="1" i="0" u="none" strike="noStrike">
                    <a:latin typeface="Pretendard Variable"/>
                    <a:ea typeface="Pretendard Variable"/>
                    <a:cs typeface="Pretendard Variable"/>
                  </a:rPr>
                  <a:t>DB</a:t>
                </a:r>
              </a:p>
            </p:txBody>
          </p:sp>
        </p:grpSp>
        <p:sp>
          <p:nvSpPr>
            <p:cNvPr id="22" name="Rectangle 3"/>
            <p:cNvSpPr>
              <a:spLocks noChangeArrowheads="1"/>
            </p:cNvSpPr>
            <p:nvPr/>
          </p:nvSpPr>
          <p:spPr>
            <a:xfrm>
              <a:off x="939555" y="3444405"/>
              <a:ext cx="2867025" cy="26518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/>
                <a:buChar char="l"/>
                <a:defRPr/>
              </a:pPr>
              <a:r>
                <a:rPr lang="ko-KR" altLang="en-US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학생</a:t>
              </a:r>
              <a:r>
                <a:rPr lang="en-US" altLang="ko-KR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/</a:t>
              </a:r>
              <a:r>
                <a:rPr lang="ko-KR" altLang="en-US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교수</a:t>
              </a:r>
              <a:r>
                <a:rPr lang="en-US" altLang="ko-KR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/</a:t>
              </a:r>
              <a:r>
                <a:rPr lang="ko-KR" altLang="en-US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관리자 로그인</a:t>
              </a:r>
            </a:p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/>
                <a:buChar char="l"/>
                <a:defRPr/>
              </a:pPr>
              <a:r>
                <a:rPr lang="ko-KR" altLang="en-US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학생</a:t>
              </a:r>
              <a:r>
                <a:rPr lang="en-US" altLang="ko-KR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/</a:t>
              </a:r>
              <a:r>
                <a:rPr lang="ko-KR" altLang="en-US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교수 강의 조회</a:t>
              </a:r>
            </a:p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/>
                <a:buChar char="l"/>
                <a:defRPr/>
              </a:pPr>
              <a:r>
                <a:rPr lang="ko-KR" altLang="en-US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공지 조회</a:t>
              </a:r>
              <a:r>
                <a:rPr lang="en-US" altLang="ko-KR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/</a:t>
              </a:r>
              <a:r>
                <a:rPr lang="ko-KR" altLang="en-US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상세</a:t>
              </a:r>
              <a:r>
                <a:rPr lang="en-US" altLang="ko-KR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/</a:t>
              </a:r>
              <a:r>
                <a:rPr lang="ko-KR" altLang="en-US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작성</a:t>
              </a:r>
            </a:p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/>
                <a:buChar char="l"/>
                <a:defRPr/>
              </a:pPr>
              <a:r>
                <a:rPr lang="ko-KR" altLang="en-US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학생 단말 관리</a:t>
              </a:r>
            </a:p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/>
                <a:buChar char="l"/>
                <a:defRPr/>
              </a:pPr>
              <a:r>
                <a:rPr lang="ko-KR" altLang="en-US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인접성 확인</a:t>
              </a:r>
              <a:r>
                <a:rPr lang="en-US" altLang="ko-KR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(Dummy)</a:t>
              </a:r>
            </a:p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/>
                <a:buChar char="l"/>
                <a:defRPr/>
              </a:pPr>
              <a:r>
                <a:rPr lang="en-US" altLang="ko-KR" sz="1600" b="1" dirty="0" err="1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시험</a:t>
              </a:r>
              <a:r>
                <a:rPr lang="en-US" altLang="ko-KR" sz="1600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 </a:t>
              </a:r>
              <a:r>
                <a:rPr lang="en-US" altLang="ko-KR" sz="1600" b="1" dirty="0" err="1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기능</a:t>
              </a:r>
              <a:r>
                <a:rPr lang="en-US" altLang="ko-KR" sz="1600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 </a:t>
              </a:r>
              <a:r>
                <a:rPr lang="en-US" altLang="ko-KR" sz="1600" b="1" dirty="0" err="1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테이블</a:t>
              </a:r>
              <a:r>
                <a:rPr lang="en-US" altLang="ko-KR" sz="1600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 </a:t>
              </a:r>
              <a:r>
                <a:rPr lang="en-US" altLang="ko-KR" sz="1600" b="1" dirty="0" err="1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추가</a:t>
              </a:r>
              <a:endParaRPr lang="en-US" altLang="ko-KR" sz="1600" b="1" dirty="0">
                <a:solidFill>
                  <a:schemeClr val="dk1"/>
                </a:solidFill>
                <a:latin typeface="Pretendard Variable"/>
                <a:ea typeface="Pretendard Variable"/>
                <a:cs typeface="Pretendard Variable"/>
              </a:endParaRPr>
            </a:p>
            <a:p>
              <a:pPr lvl="0">
                <a:lnSpc>
                  <a:spcPct val="116199"/>
                </a:lnSpc>
                <a:defRPr/>
              </a:pPr>
              <a:r>
                <a:rPr lang="en-US" altLang="ko-KR" sz="900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exams , </a:t>
              </a:r>
              <a:r>
                <a:rPr lang="en-US" altLang="ko-KR" sz="900" b="1" dirty="0" err="1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exam_questions</a:t>
              </a:r>
              <a:r>
                <a:rPr lang="en-US" altLang="ko-KR" sz="900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 ,</a:t>
              </a:r>
              <a:r>
                <a:rPr lang="en-US" altLang="ko-KR" sz="900" b="1" dirty="0" err="1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exam_question_options</a:t>
              </a:r>
              <a:r>
                <a:rPr lang="en-US" altLang="ko-KR" sz="900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, </a:t>
              </a:r>
            </a:p>
            <a:p>
              <a:pPr lvl="0">
                <a:lnSpc>
                  <a:spcPct val="116199"/>
                </a:lnSpc>
                <a:defRPr/>
              </a:pPr>
              <a:r>
                <a:rPr lang="en-US" altLang="ko-KR" sz="900" b="1" dirty="0" err="1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exam_submissions</a:t>
              </a:r>
              <a:r>
                <a:rPr lang="en-US" altLang="ko-KR" sz="900" b="1" dirty="0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, </a:t>
              </a:r>
              <a:r>
                <a:rPr lang="en-US" altLang="ko-KR" sz="900" b="1" dirty="0" err="1">
                  <a:solidFill>
                    <a:schemeClr val="dk1"/>
                  </a:solidFill>
                  <a:latin typeface="Pretendard Variable"/>
                  <a:ea typeface="Pretendard Variable"/>
                  <a:cs typeface="Pretendard Variable"/>
                </a:rPr>
                <a:t>exam_submission_answers</a:t>
              </a:r>
              <a:endParaRPr lang="en-US" altLang="ko-KR" sz="900" b="1" dirty="0">
                <a:solidFill>
                  <a:schemeClr val="dk1"/>
                </a:solidFill>
                <a:latin typeface="Pretendard Variable"/>
                <a:ea typeface="Pretendard Variable"/>
                <a:cs typeface="Pretendard Variable"/>
              </a:endParaRPr>
            </a:p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/>
                <a:buChar char="l"/>
                <a:defRPr/>
              </a:pPr>
              <a:endParaRPr lang="en-US" altLang="ko-KR" sz="1100" b="1" dirty="0">
                <a:solidFill>
                  <a:schemeClr val="dk1"/>
                </a:solidFill>
                <a:latin typeface="Pretendard Variable"/>
                <a:ea typeface="Pretendard Variable"/>
                <a:cs typeface="Pretendard Variable"/>
              </a:endParaRPr>
            </a:p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/>
                <a:buChar char="l"/>
                <a:defRPr/>
              </a:pPr>
              <a:endParaRPr kumimoji="0" lang="ko-KR" altLang="ko-KR" sz="1800" i="0" u="none" strike="noStrike" cap="none" normalizeH="0" baseline="0" dirty="0">
                <a:solidFill>
                  <a:schemeClr val="dk1"/>
                </a:solidFill>
                <a:effectLst/>
                <a:latin typeface="Pretendard Variable"/>
                <a:ea typeface="Pretendard Variable"/>
                <a:cs typeface="Pretendard Variable"/>
              </a:endParaRPr>
            </a:p>
          </p:txBody>
        </p:sp>
      </p:grpSp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9353179" y="6026571"/>
            <a:ext cx="4875109" cy="3184103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9" name="Group 1"/>
          <p:cNvGrpSpPr/>
          <p:nvPr/>
        </p:nvGrpSpPr>
        <p:grpSpPr>
          <a:xfrm>
            <a:off x="10881500" y="2943226"/>
            <a:ext cx="3042000" cy="2759500"/>
            <a:chOff x="834779" y="2943226"/>
            <a:chExt cx="3042000" cy="2759500"/>
          </a:xfrm>
        </p:grpSpPr>
        <p:grpSp>
          <p:nvGrpSpPr>
            <p:cNvPr id="30" name="그룹 29"/>
            <p:cNvGrpSpPr/>
            <p:nvPr/>
          </p:nvGrpSpPr>
          <p:grpSpPr>
            <a:xfrm>
              <a:off x="834779" y="2943226"/>
              <a:ext cx="3042000" cy="2759500"/>
              <a:chOff x="1219826" y="6597311"/>
              <a:chExt cx="2951869" cy="1055063"/>
            </a:xfrm>
          </p:grpSpPr>
          <p:sp>
            <p:nvSpPr>
              <p:cNvPr id="32" name="사각형: 둥근 모서리 31"/>
              <p:cNvSpPr/>
              <p:nvPr/>
            </p:nvSpPr>
            <p:spPr>
              <a:xfrm>
                <a:off x="1219826" y="6597311"/>
                <a:ext cx="2951869" cy="1055063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1F375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  <a:latin typeface="Pretendard Variable"/>
                  <a:ea typeface="Pretendard Variable"/>
                  <a:cs typeface="Pretendard Variable"/>
                </a:endParaRP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1321500" y="6649525"/>
                <a:ext cx="2782078" cy="135326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lnSpc>
                    <a:spcPct val="99600"/>
                  </a:lnSpc>
                  <a:defRPr/>
                </a:pPr>
                <a:r>
                  <a:rPr lang="en-US" altLang="ko-KR" sz="2300" b="1">
                    <a:latin typeface="Pretendard Variable"/>
                    <a:ea typeface="Pretendard Variable"/>
                    <a:cs typeface="Pretendard Variable"/>
                  </a:rPr>
                  <a:t>Presence Service</a:t>
                </a:r>
                <a:endParaRPr lang="en-US" altLang="ko-KR" sz="2300" b="1" i="0" u="none" strike="noStrike">
                  <a:latin typeface="Pretendard Variable"/>
                  <a:ea typeface="Pretendard Variable"/>
                  <a:cs typeface="Pretendard Variable"/>
                </a:endParaRPr>
              </a:p>
            </p:txBody>
          </p:sp>
        </p:grpSp>
        <p:sp>
          <p:nvSpPr>
            <p:cNvPr id="31" name="Rectangle 3"/>
            <p:cNvSpPr>
              <a:spLocks noChangeArrowheads="1"/>
            </p:cNvSpPr>
            <p:nvPr/>
          </p:nvSpPr>
          <p:spPr>
            <a:xfrm>
              <a:off x="939555" y="3444405"/>
              <a:ext cx="2867025" cy="14773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/>
                <a:buChar char="l"/>
                <a:defRPr/>
              </a:pPr>
              <a:r>
                <a:rPr kumimoji="0" lang="en-US" altLang="ko-KR" sz="1800" i="0" u="none" strike="noStrike" cap="none" normalizeH="0" baseline="0" dirty="0">
                  <a:effectLst/>
                  <a:latin typeface="Pretendard Variable"/>
                  <a:ea typeface="Pretendard Variable"/>
                  <a:cs typeface="Pretendard Variable"/>
                </a:rPr>
                <a:t>Dummy Data </a:t>
              </a:r>
              <a:r>
                <a:rPr kumimoji="0" lang="ko-KR" altLang="en-US" sz="1800" i="0" u="none" strike="noStrike" cap="none" normalizeH="0" baseline="0" dirty="0">
                  <a:effectLst/>
                  <a:latin typeface="Pretendard Variable"/>
                  <a:ea typeface="Pretendard Variable"/>
                  <a:cs typeface="Pretendard Variable"/>
                </a:rPr>
                <a:t>기반</a:t>
              </a:r>
            </a:p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/>
                <a:buChar char="l"/>
                <a:defRPr/>
              </a:pPr>
              <a:r>
                <a:rPr lang="ko-KR" altLang="en-US" dirty="0">
                  <a:latin typeface="Pretendard Variable"/>
                  <a:ea typeface="Pretendard Variable"/>
                  <a:cs typeface="Pretendard Variable"/>
                </a:rPr>
                <a:t>등록 단말 </a:t>
              </a:r>
              <a:r>
                <a:rPr lang="en-US" altLang="ko-KR" dirty="0">
                  <a:latin typeface="Pretendard Variable"/>
                  <a:ea typeface="Pretendard Variable"/>
                  <a:cs typeface="Pretendard Variable"/>
                </a:rPr>
                <a:t>MAC </a:t>
              </a:r>
              <a:r>
                <a:rPr lang="ko-KR" altLang="en-US" dirty="0">
                  <a:latin typeface="Pretendard Variable"/>
                  <a:ea typeface="Pretendard Variable"/>
                  <a:cs typeface="Pretendard Variable"/>
                </a:rPr>
                <a:t>과 </a:t>
              </a:r>
              <a:br>
                <a:rPr lang="en-US" altLang="ko-KR" dirty="0">
                  <a:latin typeface="Pretendard Variable"/>
                  <a:ea typeface="Pretendard Variable"/>
                  <a:cs typeface="Pretendard Variable"/>
                </a:rPr>
              </a:br>
              <a:r>
                <a:rPr lang="en-US" altLang="ko-KR" dirty="0">
                  <a:latin typeface="Pretendard Variable"/>
                  <a:ea typeface="Pretendard Variable"/>
                  <a:cs typeface="Pretendard Variable"/>
                </a:rPr>
                <a:t>AP Station </a:t>
              </a:r>
              <a:r>
                <a:rPr lang="ko-KR" altLang="en-US" dirty="0">
                  <a:latin typeface="Pretendard Variable"/>
                  <a:ea typeface="Pretendard Variable"/>
                  <a:cs typeface="Pretendard Variable"/>
                </a:rPr>
                <a:t>목록을 매칭하여 인접성 근거를 돌려줌</a:t>
              </a:r>
              <a:endParaRPr kumimoji="0" lang="ko-KR" altLang="ko-KR" sz="1800" i="0" u="none" strike="noStrike" cap="none" normalizeH="0" baseline="0" dirty="0">
                <a:effectLst/>
                <a:latin typeface="Pretendard Variable"/>
                <a:ea typeface="Pretendard Variable"/>
                <a:cs typeface="Pretendard Variable"/>
              </a:endParaRPr>
            </a:p>
          </p:txBody>
        </p:sp>
      </p:grpSp>
      <p:grpSp>
        <p:nvGrpSpPr>
          <p:cNvPr id="34" name="Group 1"/>
          <p:cNvGrpSpPr/>
          <p:nvPr/>
        </p:nvGrpSpPr>
        <p:grpSpPr>
          <a:xfrm>
            <a:off x="14325600" y="2943226"/>
            <a:ext cx="3042000" cy="2759500"/>
            <a:chOff x="834779" y="2943226"/>
            <a:chExt cx="3042000" cy="2759500"/>
          </a:xfrm>
        </p:grpSpPr>
        <p:grpSp>
          <p:nvGrpSpPr>
            <p:cNvPr id="35" name="그룹 34"/>
            <p:cNvGrpSpPr/>
            <p:nvPr/>
          </p:nvGrpSpPr>
          <p:grpSpPr>
            <a:xfrm>
              <a:off x="834779" y="2943226"/>
              <a:ext cx="3042000" cy="2759500"/>
              <a:chOff x="1219826" y="6597311"/>
              <a:chExt cx="2951869" cy="1055063"/>
            </a:xfrm>
          </p:grpSpPr>
          <p:sp>
            <p:nvSpPr>
              <p:cNvPr id="37" name="사각형: 둥근 모서리 36"/>
              <p:cNvSpPr/>
              <p:nvPr/>
            </p:nvSpPr>
            <p:spPr>
              <a:xfrm>
                <a:off x="1219826" y="6597311"/>
                <a:ext cx="2951869" cy="1055063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1F375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>
                  <a:solidFill>
                    <a:schemeClr val="tx1"/>
                  </a:solidFill>
                  <a:latin typeface="Pretendard Variable"/>
                  <a:ea typeface="Pretendard Variable"/>
                  <a:cs typeface="Pretendard Variable"/>
                </a:endParaRP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1321500" y="6649525"/>
                <a:ext cx="2782078" cy="135326"/>
              </a:xfrm>
              <a:prstGeom prst="rect">
                <a:avLst/>
              </a:prstGeom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lnSpc>
                    <a:spcPct val="99600"/>
                  </a:lnSpc>
                  <a:defRPr/>
                </a:pPr>
                <a:r>
                  <a:rPr lang="en-US" altLang="ko-KR" sz="2300" b="1">
                    <a:latin typeface="Pretendard Variable"/>
                    <a:ea typeface="Pretendard Variable"/>
                    <a:cs typeface="Pretendard Variable"/>
                  </a:rPr>
                  <a:t>OpenWRT Device</a:t>
                </a:r>
                <a:endParaRPr lang="en-US" altLang="ko-KR" sz="2300" b="1" i="0" u="none" strike="noStrike">
                  <a:latin typeface="Pretendard Variable"/>
                  <a:ea typeface="Pretendard Variable"/>
                  <a:cs typeface="Pretendard Variable"/>
                </a:endParaRPr>
              </a:p>
            </p:txBody>
          </p:sp>
        </p:grpSp>
        <p:sp>
          <p:nvSpPr>
            <p:cNvPr id="36" name="Rectangle 3"/>
            <p:cNvSpPr>
              <a:spLocks noChangeArrowheads="1"/>
            </p:cNvSpPr>
            <p:nvPr/>
          </p:nvSpPr>
          <p:spPr>
            <a:xfrm>
              <a:off x="939555" y="3444405"/>
              <a:ext cx="2838449" cy="147732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square" lIns="91440" tIns="45720" rIns="91440" bIns="45720" anchor="t" anchorCtr="0">
              <a:prstTxWarp prst="textNoShape">
                <a:avLst/>
              </a:prstTxWarp>
              <a:spAutoFit/>
            </a:bodyPr>
            <a:lstStyle/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/>
                <a:buChar char="l"/>
                <a:defRPr/>
              </a:pPr>
              <a:r>
                <a:rPr kumimoji="0" lang="en-US" altLang="ko-KR" sz="1800" i="0" u="none" strike="noStrike" cap="none" normalizeH="0" baseline="0" dirty="0">
                  <a:effectLst/>
                  <a:latin typeface="Pretendard Variable"/>
                  <a:ea typeface="Pretendard Variable"/>
                  <a:cs typeface="Pretendard Variable"/>
                </a:rPr>
                <a:t>Dummy Data </a:t>
              </a:r>
              <a:r>
                <a:rPr kumimoji="0" lang="ko-KR" altLang="en-US" sz="1800" i="0" u="none" strike="noStrike" cap="none" normalizeH="0" baseline="0" dirty="0">
                  <a:effectLst/>
                  <a:latin typeface="Pretendard Variable"/>
                  <a:ea typeface="Pretendard Variable"/>
                  <a:cs typeface="Pretendard Variable"/>
                </a:rPr>
                <a:t>기반</a:t>
              </a:r>
            </a:p>
            <a:p>
              <a:pPr marL="285750" marR="0" lvl="0" indent="-285750" algn="l" defTabSz="914400" rtl="0" eaLnBrk="0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 typeface="Wingdings"/>
                <a:buChar char="l"/>
                <a:defRPr/>
              </a:pPr>
              <a:r>
                <a:rPr lang="ko-KR" altLang="en-US" dirty="0">
                  <a:latin typeface="Pretendard Variable"/>
                  <a:ea typeface="Pretendard Variable"/>
                  <a:cs typeface="Pretendard Variable"/>
                </a:rPr>
                <a:t>등록 단말 </a:t>
              </a:r>
              <a:r>
                <a:rPr lang="en-US" altLang="ko-KR" dirty="0">
                  <a:latin typeface="Pretendard Variable"/>
                  <a:ea typeface="Pretendard Variable"/>
                  <a:cs typeface="Pretendard Variable"/>
                </a:rPr>
                <a:t>MAC </a:t>
              </a:r>
              <a:r>
                <a:rPr lang="ko-KR" altLang="en-US" dirty="0">
                  <a:latin typeface="Pretendard Variable"/>
                  <a:ea typeface="Pretendard Variable"/>
                  <a:cs typeface="Pretendard Variable"/>
                </a:rPr>
                <a:t>과 </a:t>
              </a:r>
              <a:br>
                <a:rPr lang="en-US" altLang="ko-KR" dirty="0">
                  <a:latin typeface="Pretendard Variable"/>
                  <a:ea typeface="Pretendard Variable"/>
                  <a:cs typeface="Pretendard Variable"/>
                </a:rPr>
              </a:br>
              <a:r>
                <a:rPr lang="en-US" altLang="ko-KR" dirty="0">
                  <a:latin typeface="Pretendard Variable"/>
                  <a:ea typeface="Pretendard Variable"/>
                  <a:cs typeface="Pretendard Variable"/>
                </a:rPr>
                <a:t>AP Station </a:t>
              </a:r>
              <a:r>
                <a:rPr lang="ko-KR" altLang="en-US" dirty="0">
                  <a:latin typeface="Pretendard Variable"/>
                  <a:ea typeface="Pretendard Variable"/>
                  <a:cs typeface="Pretendard Variable"/>
                </a:rPr>
                <a:t>목록을 매칭하여 인접성 근거를 돌려줌</a:t>
              </a:r>
              <a:endParaRPr kumimoji="0" lang="ko-KR" altLang="ko-KR" sz="1800" i="0" u="none" strike="noStrike" cap="none" normalizeH="0" baseline="0" dirty="0">
                <a:effectLst/>
                <a:latin typeface="Pretendard Variable"/>
                <a:ea typeface="Pretendard Variable"/>
                <a:cs typeface="Pretendard Variable"/>
              </a:endParaRPr>
            </a:p>
          </p:txBody>
        </p:sp>
      </p:grpSp>
      <p:pic>
        <p:nvPicPr>
          <p:cNvPr id="40" name="그림 3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830802" y="6026571"/>
            <a:ext cx="2542798" cy="31841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810000" y="6002750"/>
            <a:ext cx="5083996" cy="320792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5D6985-C56E-A308-9DC3-BD991E5E0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EAC3268-B022-2AED-0D30-259AA5C03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DB11-7331-4A71-B882-1AEAEEE59EE0}" type="slidenum">
              <a:rPr lang="ko-KR" altLang="en-US" smtClean="0"/>
              <a:pPr/>
              <a:t>21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9600"/>
              </a:lnSpc>
              <a:defRPr/>
            </a:pPr>
            <a:r>
              <a:rPr lang="ko-KR" altLang="en-US" b="1" dirty="0">
                <a:cs typeface="Pretendard Variable"/>
              </a:rPr>
              <a:t>진행 상황</a:t>
            </a:r>
            <a:endParaRPr lang="en-US" altLang="ko-KR" b="1" dirty="0">
              <a:cs typeface="Pretendard Variable"/>
            </a:endParaRP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>
          <a:xfrm>
            <a:off x="768350" y="2006963"/>
            <a:ext cx="856615" cy="40095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vl="0">
              <a:lnSpc>
                <a:spcPct val="116199"/>
              </a:lnSpc>
              <a:defRPr/>
            </a:pPr>
            <a:r>
              <a:rPr lang="ko-KR" altLang="en-US" b="1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로그인</a:t>
            </a: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850822" y="2628900"/>
            <a:ext cx="8586355" cy="655902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457C4D5-F31E-5DA4-12A9-6376CA2E8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2FC16D9-2494-35DE-EDE2-1882AEB13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DB11-7331-4A71-B882-1AEAEEE59EE0}" type="slidenum">
              <a:rPr lang="ko-KR" altLang="en-US" smtClean="0"/>
              <a:pPr/>
              <a:t>22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9600"/>
              </a:lnSpc>
              <a:defRPr/>
            </a:pPr>
            <a:r>
              <a:rPr lang="ko-KR" altLang="en-US" b="1" dirty="0">
                <a:cs typeface="Pretendard Variable"/>
              </a:rPr>
              <a:t>진행 상황</a:t>
            </a:r>
            <a:endParaRPr lang="en-US" altLang="ko-KR" b="1" dirty="0">
              <a:cs typeface="Pretendard Variable"/>
            </a:endParaRP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>
          <a:xfrm>
            <a:off x="768349" y="2006963"/>
            <a:ext cx="3428366" cy="40095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vl="0">
              <a:lnSpc>
                <a:spcPct val="116199"/>
              </a:lnSpc>
              <a:defRPr/>
            </a:pPr>
            <a:r>
              <a:rPr lang="ko-KR" altLang="en-US" b="1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대시보드</a:t>
            </a:r>
            <a:r>
              <a:rPr lang="en-US" altLang="ko-KR" b="1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,</a:t>
            </a:r>
            <a:r>
              <a:rPr lang="ko-KR" altLang="en-US" b="1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 프로필</a:t>
            </a:r>
            <a:r>
              <a:rPr lang="en-US" altLang="ko-KR" b="1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/</a:t>
            </a:r>
            <a:r>
              <a:rPr lang="ko-KR" altLang="en-US" b="1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단말관리</a:t>
            </a:r>
            <a:r>
              <a:rPr lang="en-US" altLang="ko-KR" b="1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ko-KR" altLang="en-US" b="1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학생</a:t>
            </a:r>
            <a:r>
              <a:rPr lang="en-US" altLang="ko-KR" b="1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)</a:t>
            </a: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77240" y="2781300"/>
            <a:ext cx="7833359" cy="61198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448799" y="2781300"/>
            <a:ext cx="8000999" cy="611187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640327F-5ED9-FB6D-7740-892165975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4E4DA02-1C43-96E0-7B6F-F3280185F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DB11-7331-4A71-B882-1AEAEEE59EE0}" type="slidenum">
              <a:rPr lang="ko-KR" altLang="en-US" smtClean="0"/>
              <a:pPr/>
              <a:t>23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9600"/>
              </a:lnSpc>
              <a:defRPr/>
            </a:pPr>
            <a:r>
              <a:rPr lang="ko-KR" altLang="en-US" b="1" dirty="0">
                <a:cs typeface="Pretendard Variable"/>
              </a:rPr>
              <a:t>진행 상황</a:t>
            </a:r>
            <a:endParaRPr lang="en-US" altLang="ko-KR" b="1" dirty="0">
              <a:cs typeface="Pretendard Variable"/>
            </a:endParaRP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>
          <a:xfrm>
            <a:off x="768348" y="2006963"/>
            <a:ext cx="2542541" cy="40095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vl="0">
              <a:lnSpc>
                <a:spcPct val="116199"/>
              </a:lnSpc>
              <a:defRPr/>
            </a:pPr>
            <a:r>
              <a:rPr lang="ko-KR" altLang="en-US" b="1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대시보드</a:t>
            </a:r>
            <a:r>
              <a:rPr lang="en-US" altLang="ko-KR" b="1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,</a:t>
            </a:r>
            <a:r>
              <a:rPr lang="ko-KR" altLang="en-US" b="1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 강의 홈</a:t>
            </a:r>
            <a:r>
              <a:rPr lang="en-US" altLang="ko-KR" b="1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ko-KR" altLang="en-US" b="1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교수</a:t>
            </a:r>
            <a:r>
              <a:rPr lang="en-US" altLang="ko-KR" b="1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)</a:t>
            </a: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57400" y="2509714"/>
            <a:ext cx="5140524" cy="674858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153400" y="2552700"/>
            <a:ext cx="8763000" cy="669395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48C8FF9-DA17-5023-45AC-EF5656754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431A3E2-BB55-6629-0724-F66570D94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DB11-7331-4A71-B882-1AEAEEE59EE0}" type="slidenum">
              <a:rPr lang="ko-KR" altLang="en-US" smtClean="0"/>
              <a:pPr/>
              <a:t>24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9600"/>
              </a:lnSpc>
              <a:defRPr/>
            </a:pPr>
            <a:r>
              <a:rPr lang="ko-KR" altLang="en-US" b="1" dirty="0">
                <a:cs typeface="Pretendard Variable"/>
              </a:rPr>
              <a:t>진행 상황</a:t>
            </a:r>
            <a:endParaRPr lang="en-US" altLang="ko-KR" b="1" dirty="0">
              <a:cs typeface="Pretendard Variable"/>
            </a:endParaRP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>
          <a:xfrm>
            <a:off x="768347" y="2006963"/>
            <a:ext cx="4352292" cy="40095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vl="0">
              <a:lnSpc>
                <a:spcPct val="116199"/>
              </a:lnSpc>
              <a:defRPr/>
            </a:pPr>
            <a:r>
              <a:rPr lang="ko-KR" altLang="en-US" b="1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강의 관련 기능 </a:t>
            </a:r>
            <a:r>
              <a:rPr lang="en-US" altLang="ko-KR" b="1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-</a:t>
            </a:r>
            <a:r>
              <a:rPr lang="ko-KR" altLang="en-US" b="1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 강의 홈</a:t>
            </a:r>
            <a:r>
              <a:rPr lang="en-US" altLang="ko-KR" b="1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,</a:t>
            </a:r>
            <a:r>
              <a:rPr lang="ko-KR" altLang="en-US" b="1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 자료</a:t>
            </a:r>
            <a:r>
              <a:rPr lang="en-US" altLang="ko-KR" b="1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,</a:t>
            </a:r>
            <a:r>
              <a:rPr lang="ko-KR" altLang="en-US" b="1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 영상</a:t>
            </a:r>
            <a:r>
              <a:rPr lang="en-US" altLang="ko-KR" b="1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ko-KR" altLang="en-US" b="1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학생</a:t>
            </a:r>
            <a:r>
              <a:rPr lang="en-US" altLang="ko-KR" b="1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)</a:t>
            </a: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90599" y="2933700"/>
            <a:ext cx="7696200" cy="587904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464039" y="2933699"/>
            <a:ext cx="7680961" cy="586740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DB5C3B9-2C03-B167-324F-C9F0048FE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4EA5FFF-7D12-2390-3B7B-3A8B0B3AB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DB11-7331-4A71-B882-1AEAEEE59EE0}" type="slidenum">
              <a:rPr lang="ko-KR" altLang="en-US" smtClean="0"/>
              <a:pPr/>
              <a:t>25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9600"/>
              </a:lnSpc>
              <a:defRPr/>
            </a:pPr>
            <a:r>
              <a:rPr lang="ko-KR" altLang="en-US" b="1" dirty="0">
                <a:cs typeface="Pretendard Variable"/>
              </a:rPr>
              <a:t>진행 상황</a:t>
            </a:r>
            <a:endParaRPr lang="en-US" altLang="ko-KR" b="1" dirty="0">
              <a:cs typeface="Pretendard Variable"/>
            </a:endParaRP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>
          <a:xfrm>
            <a:off x="768347" y="2006963"/>
            <a:ext cx="4209418" cy="40095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vl="0">
              <a:lnSpc>
                <a:spcPct val="116199"/>
              </a:lnSpc>
              <a:defRPr/>
            </a:pPr>
            <a:r>
              <a:rPr lang="ko-KR" altLang="en-US" b="1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시험 목록</a:t>
            </a:r>
            <a:r>
              <a:rPr lang="en-US" altLang="ko-KR" b="1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,</a:t>
            </a:r>
            <a:r>
              <a:rPr lang="ko-KR" altLang="en-US" b="1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 시험 응시</a:t>
            </a:r>
            <a:r>
              <a:rPr lang="en-US" altLang="ko-KR" b="1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,</a:t>
            </a:r>
            <a:r>
              <a:rPr lang="ko-KR" altLang="en-US" b="1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 시험 답안 등</a:t>
            </a:r>
            <a:r>
              <a:rPr lang="en-US" altLang="ko-KR" b="1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ko-KR" altLang="en-US" b="1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학생</a:t>
            </a:r>
            <a:r>
              <a:rPr lang="en-US" altLang="ko-KR" b="1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)</a:t>
            </a: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74617" y="2628900"/>
            <a:ext cx="7431183" cy="666226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839200" y="2667000"/>
            <a:ext cx="8628611" cy="65913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284A3CB-8263-978E-8A1D-1DE57FBD2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D3E719-41E0-CC4D-7722-DFCEDA317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DB11-7331-4A71-B882-1AEAEEE59EE0}" type="slidenum">
              <a:rPr lang="ko-KR" altLang="en-US" smtClean="0"/>
              <a:pPr/>
              <a:t>26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C435F2-2A0E-C140-4104-45248866E007}"/>
              </a:ext>
            </a:extLst>
          </p:cNvPr>
          <p:cNvSpPr/>
          <p:nvPr/>
        </p:nvSpPr>
        <p:spPr>
          <a:xfrm>
            <a:off x="1600200" y="3080113"/>
            <a:ext cx="6840000" cy="56865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9600"/>
              </a:lnSpc>
              <a:defRPr/>
            </a:pPr>
            <a:r>
              <a:rPr lang="ko-KR" altLang="en-US" b="1" dirty="0">
                <a:cs typeface="Pretendard Variable"/>
              </a:rPr>
              <a:t>진행 상황</a:t>
            </a:r>
            <a:endParaRPr lang="en-US" altLang="ko-KR" b="1" dirty="0">
              <a:cs typeface="Pretendard Variable"/>
            </a:endParaRP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>
          <a:xfrm>
            <a:off x="768347" y="2006963"/>
            <a:ext cx="2895344" cy="3893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vl="0">
              <a:lnSpc>
                <a:spcPct val="116199"/>
              </a:lnSpc>
              <a:defRPr/>
            </a:pPr>
            <a:r>
              <a:rPr lang="ko-KR" altLang="en-US" b="1" dirty="0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출석 시연</a:t>
            </a:r>
            <a:r>
              <a:rPr lang="en-US" altLang="ko-KR" b="1" dirty="0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 (</a:t>
            </a:r>
            <a:r>
              <a:rPr lang="ko-KR" altLang="en-US" b="1" dirty="0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학생</a:t>
            </a:r>
            <a:r>
              <a:rPr lang="en-US" altLang="ko-KR" b="1" dirty="0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b="1" dirty="0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교수</a:t>
            </a:r>
            <a:r>
              <a:rPr lang="en-US" altLang="ko-KR" b="1" dirty="0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b="1" dirty="0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관리자</a:t>
            </a:r>
            <a:r>
              <a:rPr lang="en-US" altLang="ko-KR" b="1" dirty="0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)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AB61A1D-52D1-4294-1026-CBF31C6F2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123AB0-4C15-6F1E-2E96-227333AC8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DB11-7331-4A71-B882-1AEAEEE59EE0}" type="slidenum">
              <a:rPr lang="ko-KR" altLang="en-US" smtClean="0"/>
              <a:pPr/>
              <a:t>27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552BA2-9A59-02E1-E012-DBABE7C8F507}"/>
              </a:ext>
            </a:extLst>
          </p:cNvPr>
          <p:cNvSpPr txBox="1"/>
          <p:nvPr/>
        </p:nvSpPr>
        <p:spPr>
          <a:xfrm>
            <a:off x="2277000" y="7910705"/>
            <a:ext cx="548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https://www.youtube.com/watch?v=Lw0nBurmsmg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D2EEA9A-EE44-33F9-D991-42CDC367DD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7075" y="3352284"/>
            <a:ext cx="4286250" cy="428625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B94DAFA5-532D-8CE4-843B-251FEDAC3BB1}"/>
              </a:ext>
            </a:extLst>
          </p:cNvPr>
          <p:cNvSpPr/>
          <p:nvPr/>
        </p:nvSpPr>
        <p:spPr>
          <a:xfrm>
            <a:off x="9847800" y="3080113"/>
            <a:ext cx="6840000" cy="56865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E70D6E3-D2A9-5A74-57A1-89ED0A2F97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4675" y="3352284"/>
            <a:ext cx="4286250" cy="428625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DE39FB9-8466-9305-FCF4-4FB744274954}"/>
              </a:ext>
            </a:extLst>
          </p:cNvPr>
          <p:cNvSpPr txBox="1"/>
          <p:nvPr/>
        </p:nvSpPr>
        <p:spPr>
          <a:xfrm>
            <a:off x="11715750" y="7905735"/>
            <a:ext cx="2838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https://smart-class.org/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5B94E13B-FD57-BA34-A07C-F28107CC8A1C}"/>
              </a:ext>
            </a:extLst>
          </p:cNvPr>
          <p:cNvSpPr>
            <a:spLocks noChangeArrowheads="1"/>
          </p:cNvSpPr>
          <p:nvPr/>
        </p:nvSpPr>
        <p:spPr>
          <a:xfrm>
            <a:off x="1600200" y="3091709"/>
            <a:ext cx="585417" cy="3893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vl="0">
              <a:lnSpc>
                <a:spcPct val="116199"/>
              </a:lnSpc>
              <a:defRPr/>
            </a:pPr>
            <a:r>
              <a:rPr lang="ko-KR" altLang="en-US" b="1" dirty="0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영상</a:t>
            </a:r>
            <a:endParaRPr lang="en-US" altLang="ko-KR" b="1" dirty="0">
              <a:solidFill>
                <a:srgbClr val="FC523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A109BFF1-F1D8-ACE8-6F33-A6A3B75E52DD}"/>
              </a:ext>
            </a:extLst>
          </p:cNvPr>
          <p:cNvSpPr>
            <a:spLocks noChangeArrowheads="1"/>
          </p:cNvSpPr>
          <p:nvPr/>
        </p:nvSpPr>
        <p:spPr>
          <a:xfrm>
            <a:off x="9847800" y="3091709"/>
            <a:ext cx="1244251" cy="3893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vl="0">
              <a:lnSpc>
                <a:spcPct val="116199"/>
              </a:lnSpc>
              <a:defRPr/>
            </a:pPr>
            <a:r>
              <a:rPr lang="ko-KR" altLang="en-US" b="1" dirty="0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데모 서비스</a:t>
            </a:r>
            <a:endParaRPr lang="en-US" altLang="ko-KR" b="1" dirty="0">
              <a:solidFill>
                <a:srgbClr val="FC5230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E5BD2-5770-261F-5E65-962404AC4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1A6B2130-816E-BFB7-848E-475B1AA3F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9600"/>
              </a:lnSpc>
              <a:defRPr/>
            </a:pPr>
            <a:r>
              <a:rPr lang="ko-KR" altLang="en-US" b="1" dirty="0">
                <a:cs typeface="Pretendard Variable"/>
              </a:rPr>
              <a:t>진행 상황</a:t>
            </a:r>
            <a:endParaRPr lang="en-US" altLang="ko-KR" b="1" dirty="0">
              <a:cs typeface="Pretendard Variable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4C7DC9E3-96E6-00BE-8EE7-5390A8F1348D}"/>
              </a:ext>
            </a:extLst>
          </p:cNvPr>
          <p:cNvSpPr>
            <a:spLocks noChangeArrowheads="1"/>
          </p:cNvSpPr>
          <p:nvPr/>
        </p:nvSpPr>
        <p:spPr>
          <a:xfrm>
            <a:off x="768347" y="2006963"/>
            <a:ext cx="2242922" cy="3920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lvl="0">
              <a:lnSpc>
                <a:spcPct val="116199"/>
              </a:lnSpc>
              <a:defRPr/>
            </a:pPr>
            <a:r>
              <a:rPr lang="ko-KR" altLang="en-US" b="1" dirty="0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그 외 출석 관련 기능</a:t>
            </a:r>
            <a:endParaRPr lang="en-US" altLang="ko-KR" b="1" dirty="0">
              <a:solidFill>
                <a:srgbClr val="FC523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FFB909B-868C-3BA8-E713-2194BF6E7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080" y="2705100"/>
            <a:ext cx="10602805" cy="58396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73D0CBB-3316-D2A0-9E31-C14ADAB315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115" y="4070264"/>
            <a:ext cx="8383170" cy="51632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F736D3F-EB08-6B7F-63E6-7EB764DB4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92248F7-358A-7EB8-74B7-115D4F426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DB11-7331-4A71-B882-1AEAEEE59EE0}" type="slidenum">
              <a:rPr lang="ko-KR" altLang="en-US" smtClean="0"/>
              <a:pPr/>
              <a:t>28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6330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9600"/>
              </a:lnSpc>
              <a:defRPr/>
            </a:pPr>
            <a:r>
              <a:rPr lang="ko-KR" altLang="en-US" sz="5400" b="1" dirty="0">
                <a:solidFill>
                  <a:schemeClr val="tx2">
                    <a:lumMod val="90000"/>
                    <a:lumOff val="10000"/>
                  </a:schemeClr>
                </a:solidFill>
                <a:cs typeface="Pretendard Variable"/>
              </a:rPr>
              <a:t>기능별 </a:t>
            </a:r>
            <a:r>
              <a:rPr lang="en-US" altLang="ko-KR" sz="5400" b="1" dirty="0">
                <a:solidFill>
                  <a:schemeClr val="tx2">
                    <a:lumMod val="90000"/>
                    <a:lumOff val="10000"/>
                  </a:schemeClr>
                </a:solidFill>
                <a:cs typeface="Pretendard Variable"/>
              </a:rPr>
              <a:t>Sequence Diagram</a:t>
            </a:r>
            <a:endParaRPr lang="en-US" altLang="ko-KR" sz="9600" b="1" dirty="0">
              <a:solidFill>
                <a:schemeClr val="tx2">
                  <a:lumMod val="90000"/>
                  <a:lumOff val="10000"/>
                </a:schemeClr>
              </a:solidFill>
              <a:cs typeface="Pretendard Variable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90600" y="2019300"/>
            <a:ext cx="4343400" cy="36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/>
              <a:buChar char="l"/>
              <a:defRPr/>
            </a:pPr>
            <a:r>
              <a:rPr kumimoji="0" lang="ko-KR" altLang="en-US" b="1" i="0" u="none" strike="noStrike" cap="none" normalizeH="0" baseline="0">
                <a:solidFill>
                  <a:srgbClr val="FF0000"/>
                </a:solidFill>
                <a:effectLst/>
                <a:latin typeface="Pretendard Variable"/>
                <a:ea typeface="Pretendard Variable"/>
                <a:cs typeface="Pretendard Variable"/>
              </a:rPr>
              <a:t>학생</a:t>
            </a:r>
            <a:r>
              <a:rPr kumimoji="0" lang="en-US" altLang="ko-KR" b="1" i="0" u="none" strike="noStrike" cap="none" normalizeH="0" baseline="0">
                <a:solidFill>
                  <a:srgbClr val="FF0000"/>
                </a:solidFill>
                <a:effectLst/>
                <a:latin typeface="Pretendard Variable"/>
                <a:ea typeface="Pretendard Variable"/>
                <a:cs typeface="Pretendard Variable"/>
              </a:rPr>
              <a:t>/</a:t>
            </a:r>
            <a:r>
              <a:rPr kumimoji="0" lang="ko-KR" altLang="en-US" b="1" i="0" u="none" strike="noStrike" cap="none" normalizeH="0" baseline="0">
                <a:solidFill>
                  <a:srgbClr val="FF0000"/>
                </a:solidFill>
                <a:effectLst/>
                <a:latin typeface="Pretendard Variable"/>
                <a:ea typeface="Pretendard Variable"/>
                <a:cs typeface="Pretendard Variable"/>
              </a:rPr>
              <a:t>교수</a:t>
            </a:r>
            <a:r>
              <a:rPr kumimoji="0" lang="en-US" altLang="ko-KR" b="1" i="0" u="none" strike="noStrike" cap="none" normalizeH="0" baseline="0">
                <a:solidFill>
                  <a:srgbClr val="FF0000"/>
                </a:solidFill>
                <a:effectLst/>
                <a:latin typeface="Pretendard Variable"/>
                <a:ea typeface="Pretendard Variable"/>
                <a:cs typeface="Pretendard Variable"/>
              </a:rPr>
              <a:t>/</a:t>
            </a:r>
            <a:r>
              <a:rPr kumimoji="0" lang="ko-KR" altLang="en-US" b="1" i="0" u="none" strike="noStrike" cap="none" normalizeH="0" baseline="0">
                <a:solidFill>
                  <a:srgbClr val="FF0000"/>
                </a:solidFill>
                <a:effectLst/>
                <a:latin typeface="Pretendard Variable"/>
                <a:ea typeface="Pretendard Variable"/>
                <a:cs typeface="Pretendard Variable"/>
              </a:rPr>
              <a:t>관리자 로그인 </a:t>
            </a:r>
            <a:r>
              <a:rPr lang="en-US" altLang="ko-KR" b="1">
                <a:solidFill>
                  <a:srgbClr val="FF0000"/>
                </a:solidFill>
                <a:latin typeface="Pretendard Variable"/>
                <a:ea typeface="Pretendard Variable"/>
                <a:cs typeface="Pretendard Variable"/>
              </a:rPr>
              <a:t>(SD)</a:t>
            </a: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>
          <a:xfrm>
            <a:off x="10134600" y="4453702"/>
            <a:ext cx="7162800" cy="206210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296000" marR="0" lvl="0" indent="-29600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AutoNum type="arabicPeriod"/>
              <a:defRPr/>
            </a:pPr>
            <a:r>
              <a:rPr lang="ko-KR" altLang="en-US" sz="1600" dirty="0">
                <a:latin typeface="Pretendard Variable"/>
                <a:ea typeface="Pretendard Variable"/>
                <a:cs typeface="Pretendard Variable"/>
              </a:rPr>
              <a:t>사용자가 로그인 페이지에 접속한다</a:t>
            </a:r>
            <a:r>
              <a:rPr lang="en-US" altLang="ko-KR" sz="1600" dirty="0">
                <a:latin typeface="Pretendard Variable"/>
                <a:ea typeface="Pretendard Variable"/>
                <a:cs typeface="Pretendard Variable"/>
              </a:rPr>
              <a:t>.</a:t>
            </a:r>
          </a:p>
          <a:p>
            <a:pPr marL="296000" marR="0" lvl="0" indent="-29600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AutoNum type="arabicPeriod"/>
              <a:defRPr/>
            </a:pPr>
            <a:endParaRPr lang="ko-KR" altLang="en-US" sz="1600" dirty="0">
              <a:latin typeface="Pretendard Variable"/>
              <a:ea typeface="Pretendard Variable"/>
              <a:cs typeface="Pretendard Variable"/>
            </a:endParaRPr>
          </a:p>
          <a:p>
            <a:pPr marL="296000" marR="0" lvl="0" indent="-29600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AutoNum type="arabicPeriod"/>
              <a:defRPr/>
            </a:pPr>
            <a:r>
              <a:rPr lang="ko-KR" altLang="en-US" sz="1600" dirty="0">
                <a:latin typeface="Pretendard Variable"/>
                <a:ea typeface="Pretendard Variable"/>
                <a:cs typeface="Pretendard Variable"/>
              </a:rPr>
              <a:t>사용자의 로그인 요청을 </a:t>
            </a:r>
            <a:r>
              <a:rPr lang="ko-KR" altLang="en-US" sz="1600" dirty="0" err="1">
                <a:solidFill>
                  <a:srgbClr val="FF0000"/>
                </a:solidFill>
                <a:latin typeface="Pretendard Variable"/>
                <a:ea typeface="Pretendard Variable"/>
                <a:cs typeface="Pretendard Variable"/>
              </a:rPr>
              <a:t>백엔드</a:t>
            </a:r>
            <a:r>
              <a:rPr lang="ko-KR" altLang="en-US" sz="1600" dirty="0" err="1">
                <a:latin typeface="Pretendard Variable"/>
                <a:ea typeface="Pretendard Variable"/>
                <a:cs typeface="Pretendard Variable"/>
              </a:rPr>
              <a:t>로</a:t>
            </a:r>
            <a:r>
              <a:rPr lang="ko-KR" altLang="en-US" sz="1600" dirty="0">
                <a:latin typeface="Pretendard Variable"/>
                <a:ea typeface="Pretendard Variable"/>
                <a:cs typeface="Pretendard Variable"/>
              </a:rPr>
              <a:t> 전달한다</a:t>
            </a:r>
            <a:r>
              <a:rPr lang="en-US" altLang="ko-KR" sz="1600" dirty="0">
                <a:latin typeface="Pretendard Variable"/>
                <a:ea typeface="Pretendard Variable"/>
                <a:cs typeface="Pretendard Variable"/>
              </a:rPr>
              <a:t>.</a:t>
            </a:r>
          </a:p>
          <a:p>
            <a:pPr marL="296000" marR="0" lvl="0" indent="-29600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AutoNum type="arabicPeriod"/>
              <a:defRPr/>
            </a:pPr>
            <a:endParaRPr lang="en-US" altLang="ko-KR" sz="1600" dirty="0">
              <a:latin typeface="Pretendard Variable"/>
              <a:ea typeface="Pretendard Variable"/>
              <a:cs typeface="Pretendard Variable"/>
            </a:endParaRPr>
          </a:p>
          <a:p>
            <a:pPr marL="296000" marR="0" lvl="0" indent="-29600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AutoNum type="arabicPeriod"/>
              <a:defRPr/>
            </a:pPr>
            <a:r>
              <a:rPr lang="en-US" altLang="ko-KR" sz="1600" dirty="0">
                <a:latin typeface="Pretendard Variable"/>
                <a:ea typeface="Pretendard Variable"/>
                <a:cs typeface="Pretendard Variable"/>
              </a:rPr>
              <a:t>DB</a:t>
            </a:r>
            <a:r>
              <a:rPr lang="ko-KR" altLang="en-US" sz="1600" dirty="0">
                <a:latin typeface="Pretendard Variable"/>
                <a:ea typeface="Pretendard Variable"/>
                <a:cs typeface="Pretendard Variable"/>
              </a:rPr>
              <a:t>에선 계정 조회 후 사용자 정보를 반환 후 </a:t>
            </a:r>
            <a:r>
              <a:rPr lang="ko-KR" altLang="en-US" sz="1600" dirty="0" err="1">
                <a:latin typeface="Pretendard Variable"/>
                <a:ea typeface="Pretendard Variable"/>
                <a:cs typeface="Pretendard Variable"/>
              </a:rPr>
              <a:t>백엔드에서</a:t>
            </a:r>
            <a:r>
              <a:rPr lang="ko-KR" altLang="en-US" sz="1600" dirty="0">
                <a:latin typeface="Pretendard Variable"/>
                <a:ea typeface="Pretendard Variable"/>
                <a:cs typeface="Pretendard Variable"/>
              </a:rPr>
              <a:t> </a:t>
            </a:r>
            <a:r>
              <a:rPr lang="ko-KR" altLang="en-US" sz="1600" dirty="0">
                <a:solidFill>
                  <a:srgbClr val="FF0000"/>
                </a:solidFill>
                <a:latin typeface="Pretendard Variable"/>
                <a:ea typeface="Pretendard Variable"/>
                <a:cs typeface="Pretendard Variable"/>
              </a:rPr>
              <a:t>인증 결과</a:t>
            </a:r>
            <a:r>
              <a:rPr lang="ko-KR" altLang="en-US" sz="1600" dirty="0">
                <a:latin typeface="Pretendard Variable"/>
                <a:ea typeface="Pretendard Variable"/>
                <a:cs typeface="Pretendard Variable"/>
              </a:rPr>
              <a:t>와 함께 </a:t>
            </a:r>
            <a:r>
              <a:rPr lang="ko-KR" altLang="en-US" sz="1600" dirty="0">
                <a:solidFill>
                  <a:srgbClr val="FF0000"/>
                </a:solidFill>
                <a:latin typeface="Pretendard Variable"/>
                <a:ea typeface="Pretendard Variable"/>
                <a:cs typeface="Pretendard Variable"/>
              </a:rPr>
              <a:t>토큰을 반환</a:t>
            </a:r>
            <a:r>
              <a:rPr lang="ko-KR" altLang="en-US" sz="1600" dirty="0">
                <a:latin typeface="Pretendard Variable"/>
                <a:ea typeface="Pretendard Variable"/>
                <a:cs typeface="Pretendard Variable"/>
              </a:rPr>
              <a:t>한다</a:t>
            </a:r>
            <a:r>
              <a:rPr lang="en-US" altLang="ko-KR" sz="1600" dirty="0">
                <a:latin typeface="Pretendard Variable"/>
                <a:ea typeface="Pretendard Variable"/>
                <a:cs typeface="Pretendard Variable"/>
              </a:rPr>
              <a:t>.</a:t>
            </a:r>
          </a:p>
          <a:p>
            <a:pPr marL="296000" marR="0" lvl="0" indent="-29600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AutoNum type="arabicPeriod"/>
              <a:defRPr/>
            </a:pPr>
            <a:endParaRPr lang="en-US" altLang="ko-KR" sz="1600" dirty="0">
              <a:latin typeface="Pretendard Variable"/>
              <a:ea typeface="Pretendard Variable"/>
              <a:cs typeface="Pretendard Variable"/>
            </a:endParaRPr>
          </a:p>
          <a:p>
            <a:pPr marL="296000" marR="0" lvl="0" indent="-29600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AutoNum type="arabicPeriod"/>
              <a:defRPr/>
            </a:pPr>
            <a:r>
              <a:rPr lang="ko-KR" altLang="en-US" sz="1600" dirty="0">
                <a:latin typeface="Pretendard Variable"/>
                <a:ea typeface="Pretendard Variable"/>
                <a:cs typeface="Pretendard Variable"/>
              </a:rPr>
              <a:t>이후 사용자 </a:t>
            </a:r>
            <a:r>
              <a:rPr lang="ko-KR" altLang="en-US" sz="1600" dirty="0">
                <a:solidFill>
                  <a:srgbClr val="FF0000"/>
                </a:solidFill>
                <a:latin typeface="Pretendard Variable"/>
                <a:ea typeface="Pretendard Variable"/>
                <a:cs typeface="Pretendard Variable"/>
              </a:rPr>
              <a:t>역할</a:t>
            </a:r>
            <a:r>
              <a:rPr lang="ko-KR" altLang="en-US" sz="1600" dirty="0">
                <a:latin typeface="Pretendard Variable"/>
                <a:ea typeface="Pretendard Variable"/>
                <a:cs typeface="Pretendard Variable"/>
              </a:rPr>
              <a:t>에 따라 </a:t>
            </a:r>
            <a:r>
              <a:rPr lang="ko-KR" altLang="en-US" sz="1600" dirty="0" err="1">
                <a:latin typeface="Pretendard Variable"/>
                <a:ea typeface="Pretendard Variable"/>
                <a:cs typeface="Pretendard Variable"/>
              </a:rPr>
              <a:t>메인화면</a:t>
            </a:r>
            <a:r>
              <a:rPr lang="ko-KR" altLang="en-US" sz="1600" dirty="0">
                <a:latin typeface="Pretendard Variable"/>
                <a:ea typeface="Pretendard Variable"/>
                <a:cs typeface="Pretendard Variable"/>
              </a:rPr>
              <a:t> 이동한다</a:t>
            </a:r>
            <a:r>
              <a:rPr lang="en-US" altLang="ko-KR" sz="1600" dirty="0">
                <a:latin typeface="Pretendard Variable"/>
                <a:ea typeface="Pretendard Variable"/>
                <a:cs typeface="Pretendard Variable"/>
              </a:rPr>
              <a:t>.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BC547B0-C22A-5341-6145-C77033D52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920E7C9-3EC8-39F2-8648-7F47F937B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DB11-7331-4A71-B882-1AEAEEE59EE0}" type="slidenum">
              <a:rPr lang="ko-KR" altLang="en-US" smtClean="0"/>
              <a:pPr/>
              <a:t>29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900F938-0A86-82F9-C65E-C017327FA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552700"/>
            <a:ext cx="6991350" cy="68212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CEA3C-B14E-3841-155E-79B28E308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36086A83-220E-F95B-1B8C-24A57E838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9600"/>
              </a:lnSpc>
              <a:defRPr/>
            </a:pPr>
            <a:r>
              <a:rPr lang="ko-KR" altLang="en-US" sz="5400" b="1" dirty="0">
                <a:solidFill>
                  <a:schemeClr val="tx2">
                    <a:lumMod val="90000"/>
                    <a:lumOff val="10000"/>
                  </a:schemeClr>
                </a:solidFill>
                <a:cs typeface="Pretendard Variable"/>
              </a:rPr>
              <a:t>기능별 </a:t>
            </a:r>
            <a:r>
              <a:rPr lang="en-US" altLang="ko-KR" sz="5400" b="1" dirty="0">
                <a:solidFill>
                  <a:schemeClr val="tx2">
                    <a:lumMod val="90000"/>
                    <a:lumOff val="10000"/>
                  </a:schemeClr>
                </a:solidFill>
                <a:cs typeface="Pretendard Variable"/>
              </a:rPr>
              <a:t>Sequence Diagram</a:t>
            </a:r>
            <a:endParaRPr lang="en-US" altLang="ko-KR" sz="9600" b="1" dirty="0">
              <a:solidFill>
                <a:schemeClr val="tx2">
                  <a:lumMod val="90000"/>
                  <a:lumOff val="10000"/>
                </a:schemeClr>
              </a:solidFill>
              <a:cs typeface="Pretendard Variable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E8468C-EFEB-C775-2F13-68706BCB1996}"/>
              </a:ext>
            </a:extLst>
          </p:cNvPr>
          <p:cNvSpPr txBox="1"/>
          <p:nvPr/>
        </p:nvSpPr>
        <p:spPr>
          <a:xfrm>
            <a:off x="990600" y="2019300"/>
            <a:ext cx="434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/>
              <a:buChar char="l"/>
              <a:defRPr/>
            </a:pPr>
            <a:r>
              <a:rPr lang="ko-KR" altLang="en-US" b="1" dirty="0">
                <a:solidFill>
                  <a:srgbClr val="FF0000"/>
                </a:solidFill>
                <a:latin typeface="Pretendard Variable"/>
                <a:ea typeface="Pretendard Variable"/>
                <a:cs typeface="Pretendard Variable"/>
              </a:rPr>
              <a:t>인접성 서비스</a:t>
            </a:r>
            <a:endParaRPr lang="en-US" altLang="ko-KR" b="1" dirty="0">
              <a:solidFill>
                <a:srgbClr val="FF0000"/>
              </a:solidFill>
              <a:latin typeface="Pretendard Variable"/>
              <a:ea typeface="Pretendard Variable"/>
              <a:cs typeface="Pretendard Variable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3517FBE0-9040-9F7F-BE4F-1D16069CFF24}"/>
              </a:ext>
            </a:extLst>
          </p:cNvPr>
          <p:cNvSpPr>
            <a:spLocks noChangeArrowheads="1"/>
          </p:cNvSpPr>
          <p:nvPr/>
        </p:nvSpPr>
        <p:spPr>
          <a:xfrm>
            <a:off x="10134600" y="4453702"/>
            <a:ext cx="7162800" cy="35394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ko-KR" altLang="en-US" sz="1600" dirty="0" err="1">
                <a:latin typeface="Arial" panose="020B0604020202020204" pitchFamily="34" charset="0"/>
              </a:rPr>
              <a:t>백엔드가</a:t>
            </a:r>
            <a:r>
              <a:rPr lang="ko-KR" altLang="en-US" sz="1600" dirty="0">
                <a:latin typeface="Arial" panose="020B0604020202020204" pitchFamily="34" charset="0"/>
              </a:rPr>
              <a:t> </a:t>
            </a:r>
            <a:r>
              <a:rPr lang="en-US" altLang="ko-KR" sz="1600" dirty="0" err="1">
                <a:solidFill>
                  <a:srgbClr val="FF0000"/>
                </a:solidFill>
                <a:latin typeface="Arial" panose="020B0604020202020204" pitchFamily="34" charset="0"/>
              </a:rPr>
              <a:t>PresenceService</a:t>
            </a:r>
            <a:r>
              <a:rPr lang="ko-KR" altLang="en-US" sz="1600" dirty="0">
                <a:latin typeface="Arial" panose="020B0604020202020204" pitchFamily="34" charset="0"/>
              </a:rPr>
              <a:t>에 </a:t>
            </a:r>
            <a:r>
              <a:rPr lang="en-US" altLang="ko-KR" sz="1600" dirty="0">
                <a:latin typeface="Arial" panose="020B0604020202020204" pitchFamily="34" charset="0"/>
              </a:rPr>
              <a:t>POST /eligibility/check </a:t>
            </a:r>
            <a:r>
              <a:rPr lang="ko-KR" altLang="en-US" sz="1600" dirty="0">
                <a:latin typeface="Arial" panose="020B0604020202020204" pitchFamily="34" charset="0"/>
              </a:rPr>
              <a:t>요청을 보내 접속 가능 여부를 확인한다</a:t>
            </a:r>
            <a:r>
              <a:rPr lang="en-US" altLang="ko-KR" sz="1600" dirty="0">
                <a:latin typeface="Arial" panose="020B0604020202020204" pitchFamily="34" charset="0"/>
              </a:rPr>
              <a:t>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ko-KR" sz="1600" dirty="0" err="1">
                <a:latin typeface="Arial" panose="020B0604020202020204" pitchFamily="34" charset="0"/>
              </a:rPr>
              <a:t>PresenceService</a:t>
            </a:r>
            <a:r>
              <a:rPr lang="ko-KR" altLang="en-US" sz="1600" dirty="0">
                <a:latin typeface="Arial" panose="020B0604020202020204" pitchFamily="34" charset="0"/>
              </a:rPr>
              <a:t>는 </a:t>
            </a:r>
            <a:r>
              <a:rPr lang="en-US" altLang="ko-KR" sz="1600" dirty="0">
                <a:latin typeface="Arial" panose="020B0604020202020204" pitchFamily="34" charset="0"/>
              </a:rPr>
              <a:t>Redis</a:t>
            </a:r>
            <a:r>
              <a:rPr lang="ko-KR" altLang="en-US" sz="1600" dirty="0">
                <a:latin typeface="Arial" panose="020B0604020202020204" pitchFamily="34" charset="0"/>
              </a:rPr>
              <a:t>에서 기존에 저장된 </a:t>
            </a:r>
            <a:r>
              <a:rPr lang="en-US" altLang="ko-KR" sz="1600" dirty="0">
                <a:latin typeface="Arial" panose="020B0604020202020204" pitchFamily="34" charset="0"/>
              </a:rPr>
              <a:t>station snapshot </a:t>
            </a:r>
            <a:r>
              <a:rPr lang="ko-KR" altLang="en-US" sz="1600" dirty="0">
                <a:latin typeface="Arial" panose="020B0604020202020204" pitchFamily="34" charset="0"/>
              </a:rPr>
              <a:t>데이터를 조회한다</a:t>
            </a:r>
            <a:r>
              <a:rPr lang="en-US" altLang="ko-KR" sz="1600" dirty="0">
                <a:latin typeface="Arial" panose="020B0604020202020204" pitchFamily="34" charset="0"/>
              </a:rPr>
              <a:t>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ko-KR" sz="1600" dirty="0">
                <a:solidFill>
                  <a:srgbClr val="FF0000"/>
                </a:solidFill>
                <a:latin typeface="Arial" panose="020B0604020202020204" pitchFamily="34" charset="0"/>
              </a:rPr>
              <a:t>Redis</a:t>
            </a:r>
            <a:r>
              <a:rPr lang="ko-KR" altLang="en-US" sz="1600" dirty="0">
                <a:latin typeface="Arial" panose="020B0604020202020204" pitchFamily="34" charset="0"/>
              </a:rPr>
              <a:t>에 </a:t>
            </a:r>
            <a:r>
              <a:rPr lang="en-US" altLang="ko-KR" sz="1600" dirty="0">
                <a:solidFill>
                  <a:srgbClr val="FF0000"/>
                </a:solidFill>
                <a:latin typeface="Arial" panose="020B0604020202020204" pitchFamily="34" charset="0"/>
              </a:rPr>
              <a:t>snapshot </a:t>
            </a:r>
            <a:r>
              <a:rPr lang="ko-KR" alt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캐시가 있으면 </a:t>
            </a:r>
            <a:r>
              <a:rPr lang="ko-KR" altLang="en-US" sz="1600" dirty="0">
                <a:latin typeface="Arial" panose="020B0604020202020204" pitchFamily="34" charset="0"/>
              </a:rPr>
              <a:t>해당 데이터를 바로 사용한다</a:t>
            </a:r>
            <a:r>
              <a:rPr lang="en-US" altLang="ko-KR" sz="1600" dirty="0">
                <a:latin typeface="Arial" panose="020B0604020202020204" pitchFamily="34" charset="0"/>
              </a:rPr>
              <a:t>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ko-KR" alt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캐시가 없으면 </a:t>
            </a:r>
            <a:r>
              <a:rPr lang="en-US" altLang="ko-KR" sz="1600" dirty="0" err="1">
                <a:latin typeface="Arial" panose="020B0604020202020204" pitchFamily="34" charset="0"/>
              </a:rPr>
              <a:t>PresenceService</a:t>
            </a:r>
            <a:r>
              <a:rPr lang="ko-KR" altLang="en-US" sz="1600" dirty="0">
                <a:latin typeface="Arial" panose="020B0604020202020204" pitchFamily="34" charset="0"/>
              </a:rPr>
              <a:t>가 </a:t>
            </a:r>
            <a:r>
              <a:rPr lang="en-US" altLang="ko-KR" sz="1600" dirty="0">
                <a:latin typeface="Arial" panose="020B0604020202020204" pitchFamily="34" charset="0"/>
              </a:rPr>
              <a:t>refresh lock</a:t>
            </a:r>
            <a:r>
              <a:rPr lang="ko-KR" altLang="en-US" sz="1600" dirty="0">
                <a:latin typeface="Arial" panose="020B0604020202020204" pitchFamily="34" charset="0"/>
              </a:rPr>
              <a:t>을 획득한 뒤 </a:t>
            </a:r>
            <a:r>
              <a:rPr lang="en-US" altLang="ko-KR" sz="1600" dirty="0" err="1">
                <a:latin typeface="Arial" panose="020B0604020202020204" pitchFamily="34" charset="0"/>
              </a:rPr>
              <a:t>OpenWrt</a:t>
            </a:r>
            <a:r>
              <a:rPr lang="en-US" altLang="ko-KR" sz="1600" dirty="0">
                <a:latin typeface="Arial" panose="020B0604020202020204" pitchFamily="34" charset="0"/>
              </a:rPr>
              <a:t> </a:t>
            </a:r>
            <a:r>
              <a:rPr lang="ko-KR" altLang="en-US" sz="1600" dirty="0">
                <a:latin typeface="Arial" panose="020B0604020202020204" pitchFamily="34" charset="0"/>
              </a:rPr>
              <a:t>또는 </a:t>
            </a:r>
            <a:r>
              <a:rPr lang="en-US" altLang="ko-KR" sz="1600" dirty="0">
                <a:latin typeface="Arial" panose="020B0604020202020204" pitchFamily="34" charset="0"/>
              </a:rPr>
              <a:t>Dummy Source</a:t>
            </a:r>
            <a:r>
              <a:rPr lang="ko-KR" altLang="en-US" sz="1600" dirty="0">
                <a:latin typeface="Arial" panose="020B0604020202020204" pitchFamily="34" charset="0"/>
              </a:rPr>
              <a:t>에서 </a:t>
            </a:r>
            <a:r>
              <a:rPr lang="en-US" altLang="ko-KR" sz="1600" dirty="0">
                <a:solidFill>
                  <a:srgbClr val="FF0000"/>
                </a:solidFill>
                <a:latin typeface="Arial" panose="020B0604020202020204" pitchFamily="34" charset="0"/>
              </a:rPr>
              <a:t>AP </a:t>
            </a:r>
            <a:r>
              <a:rPr lang="ko-KR" alt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및 </a:t>
            </a:r>
            <a:r>
              <a:rPr lang="en-US" altLang="ko-KR" sz="1600" dirty="0">
                <a:solidFill>
                  <a:srgbClr val="FF0000"/>
                </a:solidFill>
                <a:latin typeface="Arial" panose="020B0604020202020204" pitchFamily="34" charset="0"/>
              </a:rPr>
              <a:t>station </a:t>
            </a:r>
            <a:r>
              <a:rPr lang="ko-KR" alt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목록을 수집</a:t>
            </a:r>
            <a:r>
              <a:rPr lang="ko-KR" altLang="en-US" sz="1600" dirty="0">
                <a:latin typeface="Arial" panose="020B0604020202020204" pitchFamily="34" charset="0"/>
              </a:rPr>
              <a:t>한다</a:t>
            </a:r>
            <a:r>
              <a:rPr lang="en-US" altLang="ko-KR" sz="1600" dirty="0">
                <a:latin typeface="Arial" panose="020B0604020202020204" pitchFamily="34" charset="0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ko-KR" altLang="en-US" sz="1600" dirty="0">
                <a:latin typeface="Arial" panose="020B0604020202020204" pitchFamily="34" charset="0"/>
              </a:rPr>
              <a:t>수집한 </a:t>
            </a:r>
            <a:r>
              <a:rPr lang="en-US" altLang="ko-KR" sz="1600" dirty="0">
                <a:latin typeface="Arial" panose="020B0604020202020204" pitchFamily="34" charset="0"/>
              </a:rPr>
              <a:t>station snapshot </a:t>
            </a:r>
            <a:r>
              <a:rPr lang="ko-KR" altLang="en-US" sz="1600" dirty="0">
                <a:latin typeface="Arial" panose="020B0604020202020204" pitchFamily="34" charset="0"/>
              </a:rPr>
              <a:t>데이터를 </a:t>
            </a:r>
            <a:r>
              <a:rPr lang="en-US" altLang="ko-KR" sz="1600" dirty="0">
                <a:latin typeface="Arial" panose="020B0604020202020204" pitchFamily="34" charset="0"/>
              </a:rPr>
              <a:t>Redis</a:t>
            </a:r>
            <a:r>
              <a:rPr lang="ko-KR" altLang="en-US" sz="1600" dirty="0">
                <a:latin typeface="Arial" panose="020B0604020202020204" pitchFamily="34" charset="0"/>
              </a:rPr>
              <a:t>에 저장하고 </a:t>
            </a:r>
            <a:r>
              <a:rPr lang="en-US" altLang="ko-KR" sz="1600" dirty="0">
                <a:latin typeface="Arial" panose="020B0604020202020204" pitchFamily="34" charset="0"/>
              </a:rPr>
              <a:t>refresh lock</a:t>
            </a:r>
            <a:r>
              <a:rPr lang="ko-KR" altLang="en-US" sz="1600" dirty="0">
                <a:latin typeface="Arial" panose="020B0604020202020204" pitchFamily="34" charset="0"/>
              </a:rPr>
              <a:t>을 해제한다</a:t>
            </a:r>
            <a:r>
              <a:rPr lang="en-US" altLang="ko-KR" sz="1600" dirty="0">
                <a:latin typeface="Arial" panose="020B0604020202020204" pitchFamily="34" charset="0"/>
              </a:rPr>
              <a:t>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ko-KR" sz="1600" dirty="0" err="1">
                <a:latin typeface="Arial" panose="020B0604020202020204" pitchFamily="34" charset="0"/>
              </a:rPr>
              <a:t>PresenceService</a:t>
            </a:r>
            <a:r>
              <a:rPr lang="ko-KR" altLang="en-US" sz="1600" dirty="0">
                <a:latin typeface="Arial" panose="020B0604020202020204" pitchFamily="34" charset="0"/>
              </a:rPr>
              <a:t>는 등록된 기기 목록과 현재 수집된 </a:t>
            </a:r>
            <a:r>
              <a:rPr lang="en-US" altLang="ko-KR" sz="1600" dirty="0">
                <a:latin typeface="Arial" panose="020B0604020202020204" pitchFamily="34" charset="0"/>
              </a:rPr>
              <a:t>station </a:t>
            </a:r>
            <a:r>
              <a:rPr lang="ko-KR" altLang="en-US" sz="1600" dirty="0">
                <a:latin typeface="Arial" panose="020B0604020202020204" pitchFamily="34" charset="0"/>
              </a:rPr>
              <a:t>정보를 비교한다</a:t>
            </a:r>
            <a:r>
              <a:rPr lang="en-US" altLang="ko-KR" sz="1600" dirty="0">
                <a:latin typeface="Arial" panose="020B0604020202020204" pitchFamily="34" charset="0"/>
              </a:rPr>
              <a:t>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ko-KR" altLang="en-US" sz="1600" dirty="0">
                <a:latin typeface="Arial" panose="020B0604020202020204" pitchFamily="34" charset="0"/>
              </a:rPr>
              <a:t>비교 결과를 바탕으로 사용자가 접속 가능한지 </a:t>
            </a:r>
            <a:r>
              <a:rPr lang="ko-KR" alt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여부</a:t>
            </a:r>
            <a:r>
              <a:rPr lang="en-US" altLang="ko-KR" sz="1600" dirty="0">
                <a:solidFill>
                  <a:srgbClr val="FF0000"/>
                </a:solidFill>
                <a:latin typeface="Arial" panose="020B0604020202020204" pitchFamily="34" charset="0"/>
              </a:rPr>
              <a:t>(eligible), </a:t>
            </a:r>
            <a:r>
              <a:rPr lang="ko-KR" alt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사유 코드</a:t>
            </a:r>
            <a:r>
              <a:rPr lang="en-US" altLang="ko-KR" sz="1600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n-US" altLang="ko-KR" sz="1600" dirty="0" err="1">
                <a:solidFill>
                  <a:srgbClr val="FF0000"/>
                </a:solidFill>
                <a:latin typeface="Arial" panose="020B0604020202020204" pitchFamily="34" charset="0"/>
              </a:rPr>
              <a:t>reasonCode</a:t>
            </a:r>
            <a:r>
              <a:rPr lang="en-US" altLang="ko-KR" sz="1600" dirty="0">
                <a:solidFill>
                  <a:srgbClr val="FF0000"/>
                </a:solidFill>
                <a:latin typeface="Arial" panose="020B0604020202020204" pitchFamily="34" charset="0"/>
              </a:rPr>
              <a:t>), </a:t>
            </a:r>
            <a:r>
              <a:rPr lang="ko-KR" alt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판단 근거</a:t>
            </a:r>
            <a:r>
              <a:rPr lang="en-US" altLang="ko-KR" sz="1600" dirty="0">
                <a:solidFill>
                  <a:srgbClr val="FF0000"/>
                </a:solidFill>
                <a:latin typeface="Arial" panose="020B0604020202020204" pitchFamily="34" charset="0"/>
              </a:rPr>
              <a:t>(evidence)</a:t>
            </a:r>
            <a:r>
              <a:rPr lang="ko-KR" altLang="en-US" sz="1600" dirty="0">
                <a:latin typeface="Arial" panose="020B0604020202020204" pitchFamily="34" charset="0"/>
              </a:rPr>
              <a:t>를 </a:t>
            </a:r>
            <a:r>
              <a:rPr lang="ko-KR" altLang="en-US" sz="1600" dirty="0" err="1">
                <a:solidFill>
                  <a:srgbClr val="FF0000"/>
                </a:solidFill>
                <a:latin typeface="Arial" panose="020B0604020202020204" pitchFamily="34" charset="0"/>
              </a:rPr>
              <a:t>백엔드에</a:t>
            </a:r>
            <a:r>
              <a:rPr lang="ko-KR" alt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 반환</a:t>
            </a:r>
            <a:r>
              <a:rPr lang="ko-KR" altLang="en-US" sz="1600" dirty="0">
                <a:latin typeface="Arial" panose="020B0604020202020204" pitchFamily="34" charset="0"/>
              </a:rPr>
              <a:t>한다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ko-KR" altLang="ko-KR" sz="1600" dirty="0">
              <a:latin typeface="Arial" panose="020B0604020202020204" pitchFamily="34" charset="0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ABC6E4-9095-124D-BBAE-8CBEFD3BD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C324AA-A476-EC50-D789-28E8D674A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DB11-7331-4A71-B882-1AEAEEE59EE0}" type="slidenum">
              <a:rPr lang="ko-KR" altLang="en-US" smtClean="0"/>
              <a:pPr/>
              <a:t>30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08A8201-DA09-4F30-C1B2-C4E297BC1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533650"/>
            <a:ext cx="7497221" cy="690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724586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9600"/>
              </a:lnSpc>
              <a:defRPr/>
            </a:pPr>
            <a:r>
              <a:rPr lang="ko-KR" altLang="en-US" sz="5400" b="1" dirty="0">
                <a:solidFill>
                  <a:schemeClr val="tx2">
                    <a:lumMod val="90000"/>
                    <a:lumOff val="10000"/>
                  </a:schemeClr>
                </a:solidFill>
                <a:cs typeface="Pretendard Variable"/>
              </a:rPr>
              <a:t>기능별 </a:t>
            </a:r>
            <a:r>
              <a:rPr lang="en-US" altLang="ko-KR" sz="5400" b="1" dirty="0">
                <a:solidFill>
                  <a:schemeClr val="tx2">
                    <a:lumMod val="90000"/>
                    <a:lumOff val="10000"/>
                  </a:schemeClr>
                </a:solidFill>
                <a:cs typeface="Pretendard Variable"/>
              </a:rPr>
              <a:t>Sequence Diagram</a:t>
            </a:r>
            <a:endParaRPr lang="en-US" altLang="ko-KR" sz="9600" b="1" dirty="0">
              <a:solidFill>
                <a:schemeClr val="tx2">
                  <a:lumMod val="90000"/>
                  <a:lumOff val="10000"/>
                </a:schemeClr>
              </a:solidFill>
              <a:cs typeface="Pretendard Variable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90600" y="2019300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/>
              <a:buChar char="l"/>
              <a:defRPr/>
            </a:pPr>
            <a:r>
              <a:rPr kumimoji="0" lang="ko-KR" altLang="en-US" b="1" i="0" u="none" strike="noStrike" cap="none" normalizeH="0" baseline="0">
                <a:solidFill>
                  <a:srgbClr val="FF0000"/>
                </a:solidFill>
                <a:effectLst/>
                <a:latin typeface="Pretendard Variable"/>
                <a:ea typeface="Pretendard Variable"/>
                <a:cs typeface="Pretendard Variable"/>
              </a:rPr>
              <a:t>출석 체크 </a:t>
            </a:r>
            <a:r>
              <a:rPr kumimoji="0" lang="en-US" altLang="ko-KR" b="1" i="0" u="none" strike="noStrike" cap="none" normalizeH="0" baseline="0">
                <a:solidFill>
                  <a:srgbClr val="FF0000"/>
                </a:solidFill>
                <a:effectLst/>
                <a:latin typeface="Pretendard Variable"/>
                <a:ea typeface="Pretendard Variable"/>
                <a:cs typeface="Pretendard Variable"/>
              </a:rPr>
              <a:t>(SD)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EE9FA9E-0AA8-E66C-5080-53F76B10B2D0}"/>
              </a:ext>
            </a:extLst>
          </p:cNvPr>
          <p:cNvSpPr>
            <a:spLocks noChangeArrowheads="1"/>
          </p:cNvSpPr>
          <p:nvPr/>
        </p:nvSpPr>
        <p:spPr>
          <a:xfrm>
            <a:off x="10134600" y="3918396"/>
            <a:ext cx="7162800" cy="403187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296000" indent="-296000" eaLnBrk="0" hangingPunct="0">
              <a:spcBef>
                <a:spcPct val="0"/>
              </a:spcBef>
              <a:spcAft>
                <a:spcPct val="0"/>
              </a:spcAft>
              <a:buAutoNum type="arabicPeriod"/>
              <a:defRPr/>
            </a:pPr>
            <a:endParaRPr lang="ko-KR" altLang="en-US" sz="1600" dirty="0">
              <a:latin typeface="Pretendard Variable"/>
              <a:ea typeface="Pretendard Variable"/>
              <a:cs typeface="Pretendard Variable"/>
            </a:endParaRPr>
          </a:p>
          <a:p>
            <a:pPr marL="296000" indent="-296000" eaLnBrk="0" hangingPunct="0">
              <a:spcBef>
                <a:spcPct val="0"/>
              </a:spcBef>
              <a:spcAft>
                <a:spcPct val="0"/>
              </a:spcAft>
              <a:buAutoNum type="arabicPeriod"/>
              <a:defRPr/>
            </a:pPr>
            <a:r>
              <a:rPr lang="ko-KR" altLang="en-US" sz="1600" dirty="0">
                <a:latin typeface="Pretendard Variable"/>
                <a:ea typeface="Pretendard Variable"/>
                <a:cs typeface="Pretendard Variable"/>
              </a:rPr>
              <a:t>강의실 </a:t>
            </a:r>
            <a:r>
              <a:rPr lang="en-US" altLang="ko-KR" sz="1600" dirty="0">
                <a:solidFill>
                  <a:srgbClr val="FF0000"/>
                </a:solidFill>
                <a:latin typeface="Pretendard Variable"/>
                <a:ea typeface="Pretendard Variable"/>
                <a:cs typeface="Pretendard Variable"/>
              </a:rPr>
              <a:t>Wi-Fi</a:t>
            </a:r>
            <a:r>
              <a:rPr lang="en-US" altLang="ko-KR" sz="1600" dirty="0">
                <a:latin typeface="Pretendard Variable"/>
                <a:ea typeface="Pretendard Variable"/>
                <a:cs typeface="Pretendard Variable"/>
              </a:rPr>
              <a:t> </a:t>
            </a:r>
            <a:r>
              <a:rPr lang="ko-KR" altLang="en-US" sz="1600" dirty="0">
                <a:latin typeface="Pretendard Variable"/>
                <a:ea typeface="Pretendard Variable"/>
                <a:cs typeface="Pretendard Variable"/>
              </a:rPr>
              <a:t>연결 후 </a:t>
            </a:r>
            <a:r>
              <a:rPr lang="en-US" altLang="ko-KR" sz="1600" dirty="0">
                <a:solidFill>
                  <a:srgbClr val="FF0000"/>
                </a:solidFill>
                <a:latin typeface="Pretendard Variable"/>
                <a:ea typeface="Pretendard Variable"/>
                <a:cs typeface="Pretendard Variable"/>
              </a:rPr>
              <a:t>Front</a:t>
            </a:r>
            <a:r>
              <a:rPr lang="ko-KR" altLang="en-US" sz="1600" dirty="0">
                <a:latin typeface="Pretendard Variable"/>
                <a:ea typeface="Pretendard Variable"/>
                <a:cs typeface="Pretendard Variable"/>
              </a:rPr>
              <a:t>에서 출석 가능 여부를 누를 시 </a:t>
            </a:r>
            <a:r>
              <a:rPr lang="ko-KR" altLang="en-US" sz="1600" dirty="0">
                <a:solidFill>
                  <a:srgbClr val="FF0000"/>
                </a:solidFill>
                <a:latin typeface="Pretendard Variable"/>
                <a:ea typeface="Pretendard Variable"/>
                <a:cs typeface="Pretendard Variable"/>
              </a:rPr>
              <a:t>출석 요청</a:t>
            </a:r>
            <a:r>
              <a:rPr lang="ko-KR" altLang="en-US" sz="1600" dirty="0">
                <a:latin typeface="Pretendard Variable"/>
                <a:ea typeface="Pretendard Variable"/>
                <a:cs typeface="Pretendard Variable"/>
              </a:rPr>
              <a:t>을 </a:t>
            </a:r>
            <a:r>
              <a:rPr lang="ko-KR" altLang="en-US" sz="1600" dirty="0" err="1">
                <a:solidFill>
                  <a:srgbClr val="FF0000"/>
                </a:solidFill>
                <a:latin typeface="Pretendard Variable"/>
                <a:ea typeface="Pretendard Variable"/>
                <a:cs typeface="Pretendard Variable"/>
              </a:rPr>
              <a:t>백엔드</a:t>
            </a:r>
            <a:r>
              <a:rPr lang="ko-KR" altLang="en-US" sz="1600" dirty="0" err="1">
                <a:latin typeface="Pretendard Variable"/>
                <a:ea typeface="Pretendard Variable"/>
                <a:cs typeface="Pretendard Variable"/>
              </a:rPr>
              <a:t>로</a:t>
            </a:r>
            <a:r>
              <a:rPr lang="ko-KR" altLang="en-US" sz="1600" dirty="0">
                <a:latin typeface="Pretendard Variable"/>
                <a:ea typeface="Pretendard Variable"/>
                <a:cs typeface="Pretendard Variable"/>
              </a:rPr>
              <a:t> 보낸다</a:t>
            </a:r>
            <a:r>
              <a:rPr lang="en-US" altLang="ko-KR" sz="1600" dirty="0">
                <a:latin typeface="Pretendard Variable"/>
                <a:ea typeface="Pretendard Variable"/>
                <a:cs typeface="Pretendard Variable"/>
              </a:rPr>
              <a:t>.</a:t>
            </a:r>
          </a:p>
          <a:p>
            <a:pPr marL="296000" indent="-296000" eaLnBrk="0" hangingPunct="0">
              <a:spcBef>
                <a:spcPct val="0"/>
              </a:spcBef>
              <a:spcAft>
                <a:spcPct val="0"/>
              </a:spcAft>
              <a:buAutoNum type="arabicPeriod"/>
              <a:defRPr/>
            </a:pPr>
            <a:endParaRPr lang="en-US" altLang="ko-KR" sz="1600" dirty="0">
              <a:latin typeface="Pretendard Variable"/>
              <a:ea typeface="Pretendard Variable"/>
              <a:cs typeface="Pretendard Variable"/>
            </a:endParaRPr>
          </a:p>
          <a:p>
            <a:pPr marL="296000" indent="-296000" eaLnBrk="0" hangingPunct="0">
              <a:spcBef>
                <a:spcPct val="0"/>
              </a:spcBef>
              <a:spcAft>
                <a:spcPct val="0"/>
              </a:spcAft>
              <a:buAutoNum type="arabicPeriod"/>
              <a:defRPr/>
            </a:pPr>
            <a:r>
              <a:rPr lang="ko-KR" altLang="en-US" sz="1600" dirty="0" err="1">
                <a:latin typeface="Pretendard Variable"/>
                <a:ea typeface="Pretendard Variable"/>
                <a:cs typeface="Pretendard Variable"/>
              </a:rPr>
              <a:t>백엔드에서는</a:t>
            </a:r>
            <a:r>
              <a:rPr lang="ko-KR" altLang="en-US" sz="1600" dirty="0">
                <a:latin typeface="Pretendard Variable"/>
                <a:ea typeface="Pretendard Variable"/>
                <a:cs typeface="Pretendard Variable"/>
              </a:rPr>
              <a:t> </a:t>
            </a:r>
            <a:r>
              <a:rPr lang="ko-KR" altLang="en-US" sz="1600" dirty="0">
                <a:solidFill>
                  <a:srgbClr val="FF0000"/>
                </a:solidFill>
                <a:latin typeface="Pretendard Variable"/>
                <a:ea typeface="Pretendard Variable"/>
                <a:cs typeface="Pretendard Variable"/>
              </a:rPr>
              <a:t>학생</a:t>
            </a:r>
            <a:r>
              <a:rPr lang="en-US" altLang="ko-KR" sz="1600" dirty="0">
                <a:solidFill>
                  <a:srgbClr val="FF0000"/>
                </a:solidFill>
                <a:latin typeface="Pretendard Variable"/>
                <a:ea typeface="Pretendard Variable"/>
                <a:cs typeface="Pretendard Variable"/>
              </a:rPr>
              <a:t>/</a:t>
            </a:r>
            <a:r>
              <a:rPr lang="ko-KR" altLang="en-US" sz="1600" dirty="0">
                <a:solidFill>
                  <a:srgbClr val="FF0000"/>
                </a:solidFill>
                <a:latin typeface="Pretendard Variable"/>
                <a:ea typeface="Pretendard Variable"/>
                <a:cs typeface="Pretendard Variable"/>
              </a:rPr>
              <a:t>수강</a:t>
            </a:r>
            <a:r>
              <a:rPr lang="en-US" altLang="ko-KR" sz="1600" dirty="0">
                <a:solidFill>
                  <a:srgbClr val="FF0000"/>
                </a:solidFill>
                <a:latin typeface="Pretendard Variable"/>
                <a:ea typeface="Pretendard Variable"/>
                <a:cs typeface="Pretendard Variable"/>
              </a:rPr>
              <a:t>/</a:t>
            </a:r>
            <a:r>
              <a:rPr lang="ko-KR" altLang="en-US" sz="1600" dirty="0" err="1">
                <a:solidFill>
                  <a:srgbClr val="FF0000"/>
                </a:solidFill>
                <a:latin typeface="Pretendard Variable"/>
                <a:ea typeface="Pretendard Variable"/>
                <a:cs typeface="Pretendard Variable"/>
              </a:rPr>
              <a:t>등록단말</a:t>
            </a:r>
            <a:r>
              <a:rPr lang="ko-KR" altLang="en-US" sz="1600" dirty="0" err="1">
                <a:latin typeface="Pretendard Variable"/>
                <a:ea typeface="Pretendard Variable"/>
                <a:cs typeface="Pretendard Variable"/>
              </a:rPr>
              <a:t>을</a:t>
            </a:r>
            <a:r>
              <a:rPr lang="ko-KR" altLang="en-US" sz="1600" dirty="0">
                <a:latin typeface="Pretendard Variable"/>
                <a:ea typeface="Pretendard Variable"/>
                <a:cs typeface="Pretendard Variable"/>
              </a:rPr>
              <a:t> 조회하여 사용자 및 </a:t>
            </a:r>
            <a:r>
              <a:rPr lang="ko-KR" altLang="en-US" sz="1600" dirty="0">
                <a:solidFill>
                  <a:srgbClr val="FF0000"/>
                </a:solidFill>
                <a:latin typeface="Pretendard Variable"/>
                <a:ea typeface="Pretendard Variable"/>
                <a:cs typeface="Pretendard Variable"/>
              </a:rPr>
              <a:t>단말 정보</a:t>
            </a:r>
            <a:r>
              <a:rPr lang="ko-KR" altLang="en-US" sz="1600" dirty="0">
                <a:latin typeface="Pretendard Variable"/>
                <a:ea typeface="Pretendard Variable"/>
                <a:cs typeface="Pretendard Variable"/>
              </a:rPr>
              <a:t>를 반환한 후</a:t>
            </a:r>
            <a:r>
              <a:rPr lang="en-US" altLang="ko-KR" sz="1600" dirty="0">
                <a:latin typeface="Pretendard Variable"/>
                <a:ea typeface="Pretendard Variable"/>
                <a:cs typeface="Pretendard Variable"/>
              </a:rPr>
              <a:t>, </a:t>
            </a:r>
            <a:r>
              <a:rPr lang="ko-KR" altLang="en-US" sz="1600" dirty="0">
                <a:latin typeface="Pretendard Variable"/>
                <a:ea typeface="Pretendard Variable"/>
                <a:cs typeface="Pretendard Variable"/>
              </a:rPr>
              <a:t>재실 관리 서비스에 </a:t>
            </a:r>
            <a:r>
              <a:rPr lang="ko-KR" altLang="en-US" sz="1600" dirty="0">
                <a:solidFill>
                  <a:srgbClr val="FF0000"/>
                </a:solidFill>
                <a:latin typeface="Pretendard Variable"/>
                <a:ea typeface="Pretendard Variable"/>
                <a:cs typeface="Pretendard Variable"/>
              </a:rPr>
              <a:t>인접성 판별 요청</a:t>
            </a:r>
            <a:r>
              <a:rPr lang="ko-KR" altLang="en-US" sz="1600" dirty="0">
                <a:latin typeface="Pretendard Variable"/>
                <a:ea typeface="Pretendard Variable"/>
                <a:cs typeface="Pretendard Variable"/>
              </a:rPr>
              <a:t>을 보낸다</a:t>
            </a:r>
            <a:r>
              <a:rPr lang="en-US" altLang="ko-KR" sz="1600" dirty="0">
                <a:latin typeface="Pretendard Variable"/>
                <a:ea typeface="Pretendard Variable"/>
                <a:cs typeface="Pretendard Variable"/>
              </a:rPr>
              <a:t>.</a:t>
            </a:r>
          </a:p>
          <a:p>
            <a:pPr marL="296000" indent="-296000" eaLnBrk="0" hangingPunct="0">
              <a:spcBef>
                <a:spcPct val="0"/>
              </a:spcBef>
              <a:spcAft>
                <a:spcPct val="0"/>
              </a:spcAft>
              <a:buAutoNum type="arabicPeriod"/>
              <a:defRPr/>
            </a:pPr>
            <a:endParaRPr lang="ko-KR" altLang="en-US" sz="1600" dirty="0">
              <a:latin typeface="Pretendard Variable"/>
              <a:ea typeface="Pretendard Variable"/>
              <a:cs typeface="Pretendard Variable"/>
            </a:endParaRPr>
          </a:p>
          <a:p>
            <a:pPr marL="296000" indent="-296000" eaLnBrk="0" hangingPunct="0">
              <a:spcBef>
                <a:spcPct val="0"/>
              </a:spcBef>
              <a:spcAft>
                <a:spcPct val="0"/>
              </a:spcAft>
              <a:buAutoNum type="arabicPeriod"/>
              <a:defRPr/>
            </a:pPr>
            <a:r>
              <a:rPr lang="ko-KR" altLang="en-US" sz="1600" dirty="0">
                <a:latin typeface="Pretendard Variable"/>
                <a:ea typeface="Pretendard Variable"/>
                <a:cs typeface="Pretendard Variable"/>
              </a:rPr>
              <a:t>재실 관리 서비스는 </a:t>
            </a:r>
            <a:r>
              <a:rPr lang="ko-KR" altLang="en-US" sz="1600" dirty="0">
                <a:solidFill>
                  <a:srgbClr val="FF0000"/>
                </a:solidFill>
                <a:latin typeface="Pretendard Variable"/>
                <a:ea typeface="Pretendard Variable"/>
                <a:cs typeface="Pretendard Variable"/>
              </a:rPr>
              <a:t>공유기</a:t>
            </a:r>
            <a:r>
              <a:rPr lang="en-US" altLang="ko-KR" sz="1600" dirty="0">
                <a:solidFill>
                  <a:srgbClr val="FF0000"/>
                </a:solidFill>
                <a:latin typeface="Pretendard Variable"/>
                <a:ea typeface="Pretendard Variable"/>
                <a:cs typeface="Pretendard Variable"/>
              </a:rPr>
              <a:t>/AP</a:t>
            </a:r>
            <a:r>
              <a:rPr lang="ko-KR" altLang="en-US" sz="1600" dirty="0">
                <a:solidFill>
                  <a:srgbClr val="FF0000"/>
                </a:solidFill>
                <a:latin typeface="Pretendard Variable"/>
                <a:ea typeface="Pretendard Variable"/>
                <a:cs typeface="Pretendard Variable"/>
              </a:rPr>
              <a:t>의 </a:t>
            </a:r>
            <a:r>
              <a:rPr lang="en-US" altLang="ko-KR" sz="1600" dirty="0">
                <a:solidFill>
                  <a:srgbClr val="FF0000"/>
                </a:solidFill>
                <a:latin typeface="Pretendard Variable"/>
                <a:ea typeface="Pretendard Variable"/>
                <a:cs typeface="Pretendard Variable"/>
              </a:rPr>
              <a:t>station </a:t>
            </a:r>
            <a:r>
              <a:rPr lang="ko-KR" altLang="en-US" sz="1600" dirty="0">
                <a:solidFill>
                  <a:srgbClr val="FF0000"/>
                </a:solidFill>
                <a:latin typeface="Pretendard Variable"/>
                <a:ea typeface="Pretendard Variable"/>
                <a:cs typeface="Pretendard Variable"/>
              </a:rPr>
              <a:t>정보와 연결 단말 신호 정보를 바탕으로 </a:t>
            </a:r>
            <a:r>
              <a:rPr lang="ko-KR" altLang="en-US" sz="1600" dirty="0">
                <a:latin typeface="Pretendard Variable"/>
                <a:ea typeface="Pretendard Variable"/>
                <a:cs typeface="Pretendard Variable"/>
              </a:rPr>
              <a:t>인접성을 판별하고</a:t>
            </a:r>
            <a:r>
              <a:rPr lang="en-US" altLang="ko-KR" sz="1600" dirty="0">
                <a:latin typeface="Pretendard Variable"/>
                <a:ea typeface="Pretendard Variable"/>
                <a:cs typeface="Pretendard Variable"/>
              </a:rPr>
              <a:t>, </a:t>
            </a:r>
            <a:r>
              <a:rPr lang="ko-KR" altLang="en-US" sz="1600" dirty="0">
                <a:latin typeface="Pretendard Variable"/>
                <a:ea typeface="Pretendard Variable"/>
                <a:cs typeface="Pretendard Variable"/>
              </a:rPr>
              <a:t>출석 가능 여부</a:t>
            </a:r>
            <a:r>
              <a:rPr lang="en-US" altLang="ko-KR" sz="1600" dirty="0">
                <a:latin typeface="Pretendard Variable"/>
                <a:ea typeface="Pretendard Variable"/>
                <a:cs typeface="Pretendard Variable"/>
              </a:rPr>
              <a:t>/</a:t>
            </a:r>
            <a:r>
              <a:rPr lang="ko-KR" altLang="en-US" sz="1600" dirty="0">
                <a:latin typeface="Pretendard Variable"/>
                <a:ea typeface="Pretendard Variable"/>
                <a:cs typeface="Pretendard Variable"/>
              </a:rPr>
              <a:t>근거를 반환한다</a:t>
            </a:r>
            <a:r>
              <a:rPr lang="en-US" altLang="ko-KR" sz="1600" dirty="0">
                <a:latin typeface="Pretendard Variable"/>
                <a:ea typeface="Pretendard Variable"/>
                <a:cs typeface="Pretendard Variable"/>
              </a:rPr>
              <a:t>.</a:t>
            </a:r>
            <a:endParaRPr lang="ko-KR" altLang="en-US" sz="1600" dirty="0">
              <a:latin typeface="Pretendard Variable"/>
              <a:ea typeface="Pretendard Variable"/>
              <a:cs typeface="Pretendard Variable"/>
            </a:endParaRPr>
          </a:p>
          <a:p>
            <a:pPr marL="296000" indent="-296000" eaLnBrk="0" hangingPunct="0">
              <a:spcBef>
                <a:spcPct val="0"/>
              </a:spcBef>
              <a:spcAft>
                <a:spcPct val="0"/>
              </a:spcAft>
              <a:buAutoNum type="arabicPeriod"/>
              <a:defRPr/>
            </a:pPr>
            <a:endParaRPr lang="en-US" altLang="ko-KR" sz="1600" dirty="0">
              <a:latin typeface="Pretendard Variable"/>
              <a:ea typeface="Pretendard Variable"/>
              <a:cs typeface="Pretendard Variable"/>
            </a:endParaRPr>
          </a:p>
          <a:p>
            <a:pPr marL="296000" indent="-296000" eaLnBrk="0" hangingPunct="0">
              <a:spcBef>
                <a:spcPct val="0"/>
              </a:spcBef>
              <a:spcAft>
                <a:spcPct val="0"/>
              </a:spcAft>
              <a:buAutoNum type="arabicPeriod"/>
              <a:defRPr/>
            </a:pPr>
            <a:r>
              <a:rPr lang="ko-KR" altLang="en-US" sz="1600" dirty="0">
                <a:latin typeface="Pretendard Variable"/>
                <a:ea typeface="Pretendard Variable"/>
                <a:cs typeface="Pretendard Variable"/>
              </a:rPr>
              <a:t>이후 </a:t>
            </a:r>
            <a:r>
              <a:rPr lang="ko-KR" altLang="en-US" sz="1600" dirty="0" err="1">
                <a:latin typeface="Pretendard Variable"/>
                <a:ea typeface="Pretendard Variable"/>
                <a:cs typeface="Pretendard Variable"/>
              </a:rPr>
              <a:t>백엔드에서는</a:t>
            </a:r>
            <a:r>
              <a:rPr lang="ko-KR" altLang="en-US" sz="1600" dirty="0">
                <a:latin typeface="Pretendard Variable"/>
                <a:ea typeface="Pretendard Variable"/>
                <a:cs typeface="Pretendard Variable"/>
              </a:rPr>
              <a:t> 판별 로그를 저장한 후 출석 결과 반환을 한 후 사용자의 </a:t>
            </a:r>
            <a:r>
              <a:rPr lang="en-US" altLang="ko-KR" sz="1600" dirty="0">
                <a:latin typeface="Pretendard Variable"/>
                <a:ea typeface="Pretendard Variable"/>
                <a:cs typeface="Pretendard Variable"/>
              </a:rPr>
              <a:t>Front</a:t>
            </a:r>
            <a:r>
              <a:rPr lang="ko-KR" altLang="en-US" sz="1600" dirty="0">
                <a:latin typeface="Pretendard Variable"/>
                <a:ea typeface="Pretendard Variable"/>
                <a:cs typeface="Pretendard Variable"/>
              </a:rPr>
              <a:t>에서 </a:t>
            </a:r>
            <a:r>
              <a:rPr lang="ko-KR" altLang="en-US" sz="1600" dirty="0">
                <a:solidFill>
                  <a:srgbClr val="FF0000"/>
                </a:solidFill>
                <a:latin typeface="Pretendard Variable"/>
                <a:ea typeface="Pretendard Variable"/>
                <a:cs typeface="Pretendard Variable"/>
              </a:rPr>
              <a:t>출석 가능</a:t>
            </a:r>
            <a:r>
              <a:rPr lang="en-US" altLang="ko-KR" sz="1600" dirty="0">
                <a:solidFill>
                  <a:srgbClr val="FF0000"/>
                </a:solidFill>
                <a:latin typeface="Pretendard Variable"/>
                <a:ea typeface="Pretendard Variable"/>
                <a:cs typeface="Pretendard Variable"/>
              </a:rPr>
              <a:t>/</a:t>
            </a:r>
            <a:r>
              <a:rPr lang="ko-KR" altLang="en-US" sz="1600" dirty="0">
                <a:solidFill>
                  <a:srgbClr val="FF0000"/>
                </a:solidFill>
                <a:latin typeface="Pretendard Variable"/>
                <a:ea typeface="Pretendard Variable"/>
                <a:cs typeface="Pretendard Variable"/>
              </a:rPr>
              <a:t>불가 표시</a:t>
            </a:r>
            <a:r>
              <a:rPr lang="ko-KR" altLang="en-US" sz="1600" dirty="0">
                <a:latin typeface="Pretendard Variable"/>
                <a:ea typeface="Pretendard Variable"/>
                <a:cs typeface="Pretendard Variable"/>
              </a:rPr>
              <a:t>를 한다</a:t>
            </a:r>
            <a:r>
              <a:rPr lang="en-US" altLang="ko-KR" sz="1600" dirty="0">
                <a:latin typeface="Pretendard Variable"/>
                <a:ea typeface="Pretendard Variable"/>
                <a:cs typeface="Pretendard Variable"/>
              </a:rPr>
              <a:t>.</a:t>
            </a:r>
          </a:p>
          <a:p>
            <a:pPr marL="296000" indent="-296000" eaLnBrk="0" hangingPunct="0">
              <a:spcBef>
                <a:spcPct val="0"/>
              </a:spcBef>
              <a:spcAft>
                <a:spcPct val="0"/>
              </a:spcAft>
              <a:buAutoNum type="arabicPeriod"/>
              <a:defRPr/>
            </a:pPr>
            <a:endParaRPr lang="en-US" altLang="ko-KR" sz="1600" dirty="0">
              <a:latin typeface="Pretendard Variable"/>
              <a:ea typeface="Pretendard Variable"/>
              <a:cs typeface="Pretendard Variable"/>
            </a:endParaRPr>
          </a:p>
          <a:p>
            <a:pPr marL="296000" indent="-296000" eaLnBrk="0" hangingPunct="0">
              <a:spcBef>
                <a:spcPct val="0"/>
              </a:spcBef>
              <a:spcAft>
                <a:spcPct val="0"/>
              </a:spcAft>
              <a:buAutoNum type="arabicPeriod"/>
              <a:defRPr/>
            </a:pPr>
            <a:endParaRPr lang="en-US" altLang="ko-KR" sz="1600" dirty="0">
              <a:latin typeface="Pretendard Variable"/>
              <a:ea typeface="Pretendard Variable"/>
              <a:cs typeface="Pretendard Variable"/>
            </a:endParaRPr>
          </a:p>
          <a:p>
            <a:pPr marL="296000" marR="0" lvl="0" indent="-29600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AutoNum type="arabicPeriod"/>
              <a:defRPr/>
            </a:pPr>
            <a:endParaRPr lang="en-US" altLang="ko-KR" sz="1600" dirty="0">
              <a:latin typeface="Pretendard Variable"/>
              <a:ea typeface="Pretendard Variable"/>
              <a:cs typeface="Pretendard Variable"/>
            </a:endParaRPr>
          </a:p>
          <a:p>
            <a:pPr marL="296000" marR="0" lvl="0" indent="-296000" algn="l" defTabSz="914400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AutoNum type="arabicPeriod"/>
              <a:defRPr/>
            </a:pPr>
            <a:endParaRPr lang="en-US" altLang="ko-KR" sz="1600" dirty="0">
              <a:latin typeface="Pretendard Variable"/>
              <a:ea typeface="Pretendard Variable"/>
              <a:cs typeface="Pretendard Variable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064B55-8870-5AE7-A3A2-0E5004DE2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5E6627-4E47-20F6-542C-63DF9648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DB11-7331-4A71-B882-1AEAEEE59EE0}" type="slidenum">
              <a:rPr lang="ko-KR" altLang="en-US" smtClean="0"/>
              <a:pPr/>
              <a:t>31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CFE8C4C-51FD-DE47-C776-B5D56F228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63" y="2881291"/>
            <a:ext cx="8669337" cy="63103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F712B-CCA5-53C6-6D77-B83BD3CA7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9FD267A2-B9D3-3590-C69D-61BBDD69F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9600"/>
              </a:lnSpc>
            </a:pPr>
            <a:r>
              <a:rPr lang="en-US" altLang="ko-KR" b="1" dirty="0">
                <a:cs typeface="Pretendard Variable" panose="02000003000000020004" pitchFamily="2" charset="-127"/>
              </a:rPr>
              <a:t>DB </a:t>
            </a:r>
            <a:r>
              <a:rPr lang="ko-KR" altLang="en-US" b="1" dirty="0">
                <a:cs typeface="Pretendard Variable" panose="02000003000000020004" pitchFamily="2" charset="-127"/>
              </a:rPr>
              <a:t>진행상황</a:t>
            </a:r>
            <a:endParaRPr lang="en-US" altLang="ko-KR" b="1" dirty="0">
              <a:cs typeface="Pretendard Variable" panose="02000003000000020004" pitchFamily="2" charset="-127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1A6C302C-C06C-6B7D-2047-27ED87DA7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" y="2006963"/>
            <a:ext cx="3929281" cy="392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16199"/>
              </a:lnSpc>
            </a:pPr>
            <a:r>
              <a:rPr lang="en-US" altLang="ko-KR" b="1" dirty="0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DB</a:t>
            </a:r>
            <a:r>
              <a:rPr lang="ko-KR" altLang="en-US" b="1" dirty="0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의 일부분 </a:t>
            </a:r>
            <a:r>
              <a:rPr lang="en-US" altLang="ko-KR" b="1" dirty="0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ko-KR" altLang="en-US" b="1" dirty="0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출석</a:t>
            </a:r>
            <a:r>
              <a:rPr lang="en-US" altLang="ko-KR" b="1" dirty="0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b="1" dirty="0" err="1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재실성</a:t>
            </a:r>
            <a:r>
              <a:rPr lang="ko-KR" altLang="en-US" b="1" dirty="0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 판단 관련</a:t>
            </a:r>
            <a:r>
              <a:rPr lang="en-US" altLang="ko-KR" b="1" dirty="0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)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137BCAF-B9F0-E7C5-AFBC-BF0E0D42C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0331A17-C697-061A-2D63-9177B2DB6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DB11-7331-4A71-B882-1AEAEEE59EE0}" type="slidenum">
              <a:rPr lang="ko-KR" altLang="en-US" smtClean="0"/>
              <a:pPr/>
              <a:t>32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73424C7-7893-884C-C4AC-59A32E0C2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109" y="2628899"/>
            <a:ext cx="16221782" cy="5029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7355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24F13-7A7B-C592-7C92-3FD0CB811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2AE693DE-EC59-DC97-7BB1-E20C9018D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9600"/>
              </a:lnSpc>
            </a:pPr>
            <a:r>
              <a:rPr lang="en-US" altLang="ko-KR" b="1" dirty="0">
                <a:cs typeface="Pretendard Variable" panose="02000003000000020004" pitchFamily="2" charset="-127"/>
              </a:rPr>
              <a:t>DB </a:t>
            </a:r>
            <a:r>
              <a:rPr lang="ko-KR" altLang="en-US" b="1" dirty="0">
                <a:cs typeface="Pretendard Variable" panose="02000003000000020004" pitchFamily="2" charset="-127"/>
              </a:rPr>
              <a:t>진행상황</a:t>
            </a:r>
            <a:endParaRPr lang="en-US" altLang="ko-KR" b="1" dirty="0">
              <a:cs typeface="Pretendard Variable" panose="02000003000000020004" pitchFamily="2" charset="-127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9785A5B0-99D2-DFD5-D899-EB4A7E348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" y="2006963"/>
            <a:ext cx="3929281" cy="392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16199"/>
              </a:lnSpc>
            </a:pPr>
            <a:r>
              <a:rPr lang="en-US" altLang="ko-KR" b="1" dirty="0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DB</a:t>
            </a:r>
            <a:r>
              <a:rPr lang="ko-KR" altLang="en-US" b="1" dirty="0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의 일부분 </a:t>
            </a:r>
            <a:r>
              <a:rPr lang="en-US" altLang="ko-KR" b="1" dirty="0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ko-KR" altLang="en-US" b="1" dirty="0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출석</a:t>
            </a:r>
            <a:r>
              <a:rPr lang="en-US" altLang="ko-KR" b="1" dirty="0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b="1" dirty="0" err="1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재실성</a:t>
            </a:r>
            <a:r>
              <a:rPr lang="ko-KR" altLang="en-US" b="1" dirty="0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 판단 관련</a:t>
            </a:r>
            <a:r>
              <a:rPr lang="en-US" altLang="ko-KR" b="1" dirty="0">
                <a:solidFill>
                  <a:srgbClr val="FC5230"/>
                </a:solidFill>
                <a:latin typeface="Pretendard Regular"/>
                <a:ea typeface="Pretendard Regular"/>
                <a:cs typeface="Pretendard Regular"/>
              </a:rPr>
              <a:t>)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4C230B1-5C6F-F66D-7D71-21D766FA8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47088C-3299-25BD-0A78-A6C9FDCA0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DB11-7331-4A71-B882-1AEAEEE59EE0}" type="slidenum">
              <a:rPr lang="ko-KR" altLang="en-US" smtClean="0"/>
              <a:pPr/>
              <a:t>33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ECE3BC9-F8DF-D28F-BE68-22F955A31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769" y="2552700"/>
            <a:ext cx="15842462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7623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C10DC-6DDB-2B43-AAD6-09D7C9357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45B1245B-012D-3261-8D32-5189649A1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cs typeface="Pretendard Variable" panose="02000003000000020004" pitchFamily="2" charset="-127"/>
              </a:rPr>
              <a:t>산출물 관리 상태 </a:t>
            </a:r>
            <a:r>
              <a:rPr lang="en-US" altLang="ko-KR" dirty="0">
                <a:cs typeface="Pretendard Variable" panose="02000003000000020004" pitchFamily="2" charset="-127"/>
              </a:rPr>
              <a:t>- </a:t>
            </a:r>
            <a:r>
              <a:rPr lang="en-US" altLang="ko-KR" dirty="0" err="1">
                <a:cs typeface="Pretendard Variable" panose="02000003000000020004" pitchFamily="2" charset="-127"/>
              </a:rPr>
              <a:t>Github</a:t>
            </a:r>
            <a:endParaRPr lang="ko-KR" altLang="en-US" dirty="0">
              <a:cs typeface="Pretendard Variable" panose="020000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8F1AEE-A562-9C03-65D6-C3FF176D3CA0}"/>
              </a:ext>
            </a:extLst>
          </p:cNvPr>
          <p:cNvSpPr txBox="1"/>
          <p:nvPr/>
        </p:nvSpPr>
        <p:spPr>
          <a:xfrm>
            <a:off x="914400" y="2560320"/>
            <a:ext cx="15984413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99600"/>
              </a:lnSpc>
            </a:pPr>
            <a:r>
              <a:rPr lang="ko-KR" altLang="en-US" sz="20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프로젝트 진행중 나온 산출물 중 코드와 간략한 단위 문서에 대한 관리 상태입니다</a:t>
            </a:r>
            <a:r>
              <a:rPr lang="en-US" altLang="ko-KR" sz="20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 Git </a:t>
            </a:r>
            <a:r>
              <a:rPr lang="ko-KR" altLang="en-US" sz="20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을 이용하여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주요 기능 단위로 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레포를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분리하고 </a:t>
            </a:r>
            <a:r>
              <a:rPr lang="en-US" altLang="ko-KR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CodexKit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(AI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활용 협업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), docs(AI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및 사람의 선택 근거 저장소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)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를 별개로 두어 효율적인 협업 환경을 구상하였습니다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  <a:endParaRPr lang="en-US" altLang="ko-KR" sz="2000" b="0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EEAC7F77-17C4-F75F-6892-5CF5A037AD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382674"/>
            <a:ext cx="5891906" cy="582800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360F6C-0BB7-B3D5-6F8C-D730B4448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EF652D-F270-7049-F8CC-79DB54DDE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DB11-7331-4A71-B882-1AEAEEE59EE0}" type="slidenum">
              <a:rPr lang="ko-KR" altLang="en-US" smtClean="0"/>
              <a:pPr/>
              <a:t>34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A3F0E99-9B7C-0113-09E1-FF654C0BD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718" y="3382673"/>
            <a:ext cx="9355095" cy="582800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472090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>
                <a:cs typeface="Pretendard Variable"/>
              </a:rPr>
              <a:t>산출물 관리 상태 </a:t>
            </a:r>
            <a:r>
              <a:rPr lang="en-US" altLang="ko-KR">
                <a:cs typeface="Pretendard Variable"/>
              </a:rPr>
              <a:t>- Docs</a:t>
            </a:r>
            <a:endParaRPr lang="ko-KR" altLang="en-US">
              <a:cs typeface="Pretendard Variable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399" y="2560320"/>
            <a:ext cx="15984413" cy="60198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9600"/>
              </a:lnSpc>
              <a:defRPr/>
            </a:pP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프로젝트 산출물은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docs </a:t>
            </a:r>
            <a:r>
              <a:rPr lang="ko-KR" alt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레포에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 체계적으로 정리하고 있으며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, 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  <a:hlinkClick r:id="rId3"/>
              </a:rPr>
              <a:t>https://docs.smart-class.org/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를 통해 요구사항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,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설계 문서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,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회의록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,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진행 현황을 통합적으로 관리하고 있습니다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/>
                <a:ea typeface="Pretendard Variable"/>
                <a:cs typeface="Pretendard Variable"/>
              </a:rPr>
              <a:t>.</a:t>
            </a:r>
            <a:endParaRPr lang="en-US" altLang="ko-KR" sz="2000" b="0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Pretendard Variable"/>
              <a:ea typeface="Pretendard Variable"/>
              <a:cs typeface="Pretendard Variable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A8F708-DE24-1B56-DAEC-817B8CE05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228E75C-C0E7-15AA-4E79-68C7D2900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DB11-7331-4A71-B882-1AEAEEE59EE0}" type="slidenum">
              <a:rPr lang="ko-KR" altLang="en-US" smtClean="0"/>
              <a:pPr/>
              <a:t>35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C15B1E4-3D42-28F0-4822-2CA5ACF67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288" y="3546746"/>
            <a:ext cx="6822555" cy="53106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17BB2E9-2C92-689D-B52A-F830EA2D7A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6763" y="3546746"/>
            <a:ext cx="7736837" cy="531065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A6B36-3751-96BE-51B8-1C99B0D5A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D4F9C553-A0CC-56FB-93BD-308CD5D3D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cs typeface="Pretendard Variable" panose="02000003000000020004" pitchFamily="2" charset="-127"/>
              </a:rPr>
              <a:t>산출물 관리 상태 </a:t>
            </a:r>
            <a:r>
              <a:rPr lang="en-US" altLang="ko-KR" dirty="0">
                <a:cs typeface="Pretendard Variable" panose="02000003000000020004" pitchFamily="2" charset="-127"/>
              </a:rPr>
              <a:t>- Notion</a:t>
            </a:r>
            <a:endParaRPr lang="ko-KR" altLang="en-US" dirty="0">
              <a:cs typeface="Pretendard Variable" panose="020000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CEF2DC-1AD7-6EF9-48EA-EDEB095D84E7}"/>
              </a:ext>
            </a:extLst>
          </p:cNvPr>
          <p:cNvSpPr txBox="1"/>
          <p:nvPr/>
        </p:nvSpPr>
        <p:spPr>
          <a:xfrm>
            <a:off x="914400" y="2560320"/>
            <a:ext cx="15984413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99600"/>
              </a:lnSpc>
            </a:pPr>
            <a:r>
              <a:rPr lang="ko-KR" altLang="en-US" sz="20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프로젝트 진행중 나온 범용적인 산출물에 대한 관리 상태입니다</a:t>
            </a:r>
            <a:r>
              <a:rPr lang="en-US" altLang="ko-KR" sz="20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 Notion</a:t>
            </a:r>
            <a:r>
              <a:rPr lang="ko-KR" altLang="en-US" sz="20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을 이용하여 대시보드를 구성하고 각자에게 업무 할당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업무의 진행사항 확인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회의록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피드백 문서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향후 진행 방향을 기록하고 저장합니다</a:t>
            </a:r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  <a:endParaRPr lang="en-US" altLang="ko-KR" sz="2000" b="0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0F9CAED-5492-CE43-860A-1832978D3A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4400" y="3258395"/>
            <a:ext cx="7937500" cy="44301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E17B6F9-8E08-63D6-F003-426A427F5A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3297" y="4454127"/>
            <a:ext cx="7781406" cy="47692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F322C33-69D4-1135-2563-E966A4F7D0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1841" y="3258395"/>
            <a:ext cx="7891759" cy="443018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D7A870-6A04-58FD-8A92-E2FBD8CC9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7A90478-7A7D-0C5E-63A2-A20378A3A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DB11-7331-4A71-B882-1AEAEEE59EE0}" type="slidenum">
              <a:rPr lang="ko-KR" altLang="en-US" smtClean="0"/>
              <a:pPr/>
              <a:t>36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6074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>
                <a:cs typeface="Pretendard Variable"/>
              </a:rPr>
              <a:t>08 </a:t>
            </a:r>
            <a:r>
              <a:rPr lang="ko-KR" altLang="en-US">
                <a:cs typeface="Pretendard Variable"/>
              </a:rPr>
              <a:t>향후 진행 방향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>
                <a:cs typeface="Pretendard Variable"/>
              </a:rPr>
              <a:t>기말고사 기간 까지의 개발 방향</a:t>
            </a:r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8E8D8787-6C30-7D90-1447-DE84C6517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1B9F508-4F87-9627-EB1D-62E61C05A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28A6-690D-4FFC-8B6B-22EB395B72EA}" type="slidenum">
              <a:rPr lang="ko-KR" altLang="en-US" smtClean="0"/>
              <a:pPr/>
              <a:t>37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제목 7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향후 진행 방향</a:t>
            </a:r>
          </a:p>
        </p:txBody>
      </p:sp>
      <p:grpSp>
        <p:nvGrpSpPr>
          <p:cNvPr id="73" name="그룹 72"/>
          <p:cNvGrpSpPr/>
          <p:nvPr/>
        </p:nvGrpSpPr>
        <p:grpSpPr>
          <a:xfrm>
            <a:off x="1143000" y="3492500"/>
            <a:ext cx="4251327" cy="2260600"/>
            <a:chOff x="6337297" y="1181100"/>
            <a:chExt cx="4251327" cy="2260600"/>
          </a:xfrm>
        </p:grpSpPr>
        <p:sp>
          <p:nvSpPr>
            <p:cNvPr id="74" name="직사각형 73"/>
            <p:cNvSpPr/>
            <p:nvPr/>
          </p:nvSpPr>
          <p:spPr>
            <a:xfrm>
              <a:off x="6337297" y="1181100"/>
              <a:ext cx="4251325" cy="6731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5" name="TextBox 31"/>
            <p:cNvSpPr txBox="1"/>
            <p:nvPr/>
          </p:nvSpPr>
          <p:spPr>
            <a:xfrm>
              <a:off x="6337299" y="1257300"/>
              <a:ext cx="4251325" cy="533400"/>
            </a:xfrm>
            <a:prstGeom prst="rect">
              <a:avLst/>
            </a:prstGeom>
          </p:spPr>
          <p:txBody>
            <a:bodyPr lIns="0" tIns="0" rIns="0" bIns="0" anchor="ctr"/>
            <a:lstStyle/>
            <a:p>
              <a:pPr lvl="0" algn="ctr">
                <a:lnSpc>
                  <a:spcPct val="99600"/>
                </a:lnSpc>
                <a:defRPr/>
              </a:pPr>
              <a:r>
                <a:rPr lang="ko-KR" altLang="en-US" sz="2000" b="0" i="0" u="none" strike="noStrike">
                  <a:solidFill>
                    <a:srgbClr val="1F375D"/>
                  </a:solidFill>
                  <a:latin typeface="Pretendard Variable"/>
                  <a:ea typeface="Pretendard Variable"/>
                  <a:cs typeface="+mn-cs"/>
                </a:rPr>
                <a:t>백엔드 </a:t>
              </a:r>
              <a:r>
                <a:rPr lang="en-US" altLang="ko-KR" sz="2000" b="0" i="0" u="none" strike="noStrike">
                  <a:solidFill>
                    <a:srgbClr val="1F375D"/>
                  </a:solidFill>
                  <a:latin typeface="Pretendard Variable"/>
                  <a:ea typeface="Pretendard Variable"/>
                  <a:cs typeface="+mn-cs"/>
                </a:rPr>
                <a:t>-</a:t>
              </a:r>
              <a:r>
                <a:rPr lang="ko-KR" altLang="en-US" sz="2000" b="0" i="0" u="none" strike="noStrike">
                  <a:solidFill>
                    <a:srgbClr val="1F375D"/>
                  </a:solidFill>
                  <a:latin typeface="Pretendard Variable"/>
                  <a:ea typeface="Pretendard Variable"/>
                  <a:cs typeface="+mn-cs"/>
                </a:rPr>
                <a:t> 재실성 연동</a:t>
              </a:r>
            </a:p>
          </p:txBody>
        </p:sp>
        <p:sp>
          <p:nvSpPr>
            <p:cNvPr id="76" name="TextBox 30"/>
            <p:cNvSpPr txBox="1"/>
            <p:nvPr/>
          </p:nvSpPr>
          <p:spPr>
            <a:xfrm>
              <a:off x="6337298" y="1990725"/>
              <a:ext cx="4251326" cy="1066800"/>
            </a:xfrm>
            <a:prstGeom prst="rect">
              <a:avLst/>
            </a:prstGeom>
          </p:spPr>
          <p:txBody>
            <a:bodyPr lIns="0" tIns="0" rIns="0" bIns="0" anchor="t"/>
            <a:lstStyle/>
            <a:p>
              <a:pPr marL="342900" indent="-342900">
                <a:lnSpc>
                  <a:spcPct val="99600"/>
                </a:lnSpc>
                <a:buClr>
                  <a:srgbClr val="8B8B8B"/>
                </a:buClr>
                <a:buFont typeface="Arial"/>
                <a:buChar char="•"/>
                <a:defRPr/>
              </a:pPr>
              <a:r>
                <a:rPr lang="ko-KR" altLang="en-US">
                  <a:solidFill>
                    <a:schemeClr val="bg2">
                      <a:lumMod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완료된 각각의 기능을 연동하여 테스트를 해보며 완성합니다</a:t>
              </a:r>
              <a:r>
                <a:rPr lang="en-US" altLang="ko-KR">
                  <a:solidFill>
                    <a:schemeClr val="bg2">
                      <a:lumMod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.</a:t>
              </a:r>
            </a:p>
          </p:txBody>
        </p:sp>
        <p:cxnSp>
          <p:nvCxnSpPr>
            <p:cNvPr id="77" name="직선 연결선 76"/>
            <p:cNvCxnSpPr/>
            <p:nvPr/>
          </p:nvCxnSpPr>
          <p:spPr>
            <a:xfrm>
              <a:off x="6337297" y="1181100"/>
              <a:ext cx="4251325" cy="12700"/>
            </a:xfrm>
            <a:prstGeom prst="line">
              <a:avLst/>
            </a:prstGeom>
            <a:ln>
              <a:solidFill>
                <a:srgbClr val="1F37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연결선 77"/>
            <p:cNvCxnSpPr/>
            <p:nvPr/>
          </p:nvCxnSpPr>
          <p:spPr>
            <a:xfrm>
              <a:off x="6337297" y="3429000"/>
              <a:ext cx="4251325" cy="12700"/>
            </a:xfrm>
            <a:prstGeom prst="line">
              <a:avLst/>
            </a:prstGeom>
            <a:ln>
              <a:solidFill>
                <a:srgbClr val="1F37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그룹 78"/>
          <p:cNvGrpSpPr/>
          <p:nvPr/>
        </p:nvGrpSpPr>
        <p:grpSpPr>
          <a:xfrm>
            <a:off x="7018336" y="3467100"/>
            <a:ext cx="4251327" cy="2260600"/>
            <a:chOff x="6337297" y="1181100"/>
            <a:chExt cx="4251327" cy="2260600"/>
          </a:xfrm>
        </p:grpSpPr>
        <p:sp>
          <p:nvSpPr>
            <p:cNvPr id="80" name="직사각형 79"/>
            <p:cNvSpPr/>
            <p:nvPr/>
          </p:nvSpPr>
          <p:spPr>
            <a:xfrm>
              <a:off x="6337297" y="1181100"/>
              <a:ext cx="4251325" cy="6731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81" name="TextBox 31"/>
            <p:cNvSpPr txBox="1"/>
            <p:nvPr/>
          </p:nvSpPr>
          <p:spPr>
            <a:xfrm>
              <a:off x="6337299" y="1257300"/>
              <a:ext cx="4251325" cy="533400"/>
            </a:xfrm>
            <a:prstGeom prst="rect">
              <a:avLst/>
            </a:prstGeom>
          </p:spPr>
          <p:txBody>
            <a:bodyPr lIns="0" tIns="0" rIns="0" bIns="0" anchor="ctr"/>
            <a:lstStyle/>
            <a:p>
              <a:pPr lvl="0" algn="ctr">
                <a:lnSpc>
                  <a:spcPct val="99600"/>
                </a:lnSpc>
                <a:defRPr/>
              </a:pPr>
              <a:r>
                <a:rPr lang="en-US" altLang="ko-KR" sz="2000" b="0" i="0" u="none" strike="noStrike">
                  <a:solidFill>
                    <a:srgbClr val="1F375D"/>
                  </a:solidFill>
                  <a:latin typeface="Pretendard Variable"/>
                  <a:ea typeface="Pretendard Variable"/>
                  <a:cs typeface="+mn-cs"/>
                </a:rPr>
                <a:t>LMS</a:t>
              </a:r>
              <a:r>
                <a:rPr lang="ko-KR" altLang="en-US" sz="2000" b="0" i="0" u="none" strike="noStrike">
                  <a:solidFill>
                    <a:srgbClr val="1F375D"/>
                  </a:solidFill>
                  <a:latin typeface="Pretendard Variable"/>
                  <a:ea typeface="Pretendard Variable"/>
                  <a:cs typeface="+mn-cs"/>
                </a:rPr>
                <a:t> 핵심 기능 구현</a:t>
              </a:r>
            </a:p>
          </p:txBody>
        </p:sp>
        <p:sp>
          <p:nvSpPr>
            <p:cNvPr id="82" name="TextBox 30"/>
            <p:cNvSpPr txBox="1"/>
            <p:nvPr/>
          </p:nvSpPr>
          <p:spPr>
            <a:xfrm>
              <a:off x="6337298" y="1990725"/>
              <a:ext cx="4251326" cy="1066800"/>
            </a:xfrm>
            <a:prstGeom prst="rect">
              <a:avLst/>
            </a:prstGeom>
          </p:spPr>
          <p:txBody>
            <a:bodyPr lIns="0" tIns="0" rIns="0" bIns="0" anchor="t"/>
            <a:lstStyle/>
            <a:p>
              <a:pPr marL="342900" indent="-342900">
                <a:lnSpc>
                  <a:spcPct val="99600"/>
                </a:lnSpc>
                <a:buClr>
                  <a:srgbClr val="8B8B8B"/>
                </a:buClr>
                <a:buFont typeface="Arial"/>
                <a:buChar char="•"/>
                <a:defRPr/>
              </a:pPr>
              <a:r>
                <a:rPr lang="ko-KR" altLang="en-US">
                  <a:solidFill>
                    <a:schemeClr val="bg2">
                      <a:lumMod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과제 등록 및 제출 등 남은 핵심 기능을 구현합니다</a:t>
              </a:r>
              <a:r>
                <a:rPr lang="en-US" altLang="ko-KR">
                  <a:solidFill>
                    <a:schemeClr val="bg2">
                      <a:lumMod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.</a:t>
              </a:r>
              <a:r>
                <a:rPr lang="ko-KR" altLang="en-US">
                  <a:solidFill>
                    <a:schemeClr val="bg2">
                      <a:lumMod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  </a:t>
              </a:r>
            </a:p>
          </p:txBody>
        </p:sp>
        <p:cxnSp>
          <p:nvCxnSpPr>
            <p:cNvPr id="83" name="직선 연결선 82"/>
            <p:cNvCxnSpPr/>
            <p:nvPr/>
          </p:nvCxnSpPr>
          <p:spPr>
            <a:xfrm>
              <a:off x="6337297" y="1181100"/>
              <a:ext cx="4251325" cy="12700"/>
            </a:xfrm>
            <a:prstGeom prst="line">
              <a:avLst/>
            </a:prstGeom>
            <a:ln>
              <a:solidFill>
                <a:srgbClr val="1F37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직선 연결선 83"/>
            <p:cNvCxnSpPr/>
            <p:nvPr/>
          </p:nvCxnSpPr>
          <p:spPr>
            <a:xfrm>
              <a:off x="6337297" y="3429000"/>
              <a:ext cx="4251325" cy="12700"/>
            </a:xfrm>
            <a:prstGeom prst="line">
              <a:avLst/>
            </a:prstGeom>
            <a:ln>
              <a:solidFill>
                <a:srgbClr val="1F37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그룹 84"/>
          <p:cNvGrpSpPr/>
          <p:nvPr/>
        </p:nvGrpSpPr>
        <p:grpSpPr>
          <a:xfrm>
            <a:off x="12665070" y="3492500"/>
            <a:ext cx="4251327" cy="2260600"/>
            <a:chOff x="6337297" y="1181100"/>
            <a:chExt cx="4251327" cy="2260600"/>
          </a:xfrm>
        </p:grpSpPr>
        <p:sp>
          <p:nvSpPr>
            <p:cNvPr id="86" name="직사각형 85"/>
            <p:cNvSpPr/>
            <p:nvPr/>
          </p:nvSpPr>
          <p:spPr>
            <a:xfrm>
              <a:off x="6337297" y="1181100"/>
              <a:ext cx="4251325" cy="6731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87" name="TextBox 31"/>
            <p:cNvSpPr txBox="1"/>
            <p:nvPr/>
          </p:nvSpPr>
          <p:spPr>
            <a:xfrm>
              <a:off x="6337299" y="1257300"/>
              <a:ext cx="4251325" cy="533400"/>
            </a:xfrm>
            <a:prstGeom prst="rect">
              <a:avLst/>
            </a:prstGeom>
          </p:spPr>
          <p:txBody>
            <a:bodyPr lIns="0" tIns="0" rIns="0" bIns="0" anchor="ctr"/>
            <a:lstStyle/>
            <a:p>
              <a:pPr lvl="0" algn="ctr">
                <a:lnSpc>
                  <a:spcPct val="99600"/>
                </a:lnSpc>
                <a:defRPr/>
              </a:pPr>
              <a:r>
                <a:rPr lang="ko-KR" altLang="en-US" sz="2000" b="0" i="0" u="none" strike="noStrike">
                  <a:solidFill>
                    <a:srgbClr val="1F375D"/>
                  </a:solidFill>
                  <a:latin typeface="Pretendard Variable"/>
                  <a:ea typeface="Pretendard Variable"/>
                  <a:cs typeface="+mn-cs"/>
                </a:rPr>
                <a:t>운영 체계 연계</a:t>
              </a:r>
              <a:endParaRPr lang="ko-KR" sz="2000" b="0" i="0" u="none" strike="noStrike">
                <a:solidFill>
                  <a:srgbClr val="1F375D"/>
                </a:solidFill>
                <a:latin typeface="Pretendard Variable"/>
                <a:ea typeface="Pretendard Variable"/>
                <a:cs typeface="+mn-cs"/>
              </a:endParaRPr>
            </a:p>
          </p:txBody>
        </p:sp>
        <p:sp>
          <p:nvSpPr>
            <p:cNvPr id="88" name="TextBox 30"/>
            <p:cNvSpPr txBox="1"/>
            <p:nvPr/>
          </p:nvSpPr>
          <p:spPr>
            <a:xfrm>
              <a:off x="6337298" y="1990725"/>
              <a:ext cx="4251326" cy="1066800"/>
            </a:xfrm>
            <a:prstGeom prst="rect">
              <a:avLst/>
            </a:prstGeom>
          </p:spPr>
          <p:txBody>
            <a:bodyPr lIns="0" tIns="0" rIns="0" bIns="0" anchor="t"/>
            <a:lstStyle/>
            <a:p>
              <a:pPr marL="342900" indent="-342900">
                <a:lnSpc>
                  <a:spcPct val="99600"/>
                </a:lnSpc>
                <a:buClr>
                  <a:srgbClr val="8B8B8B"/>
                </a:buClr>
                <a:buFont typeface="Arial"/>
                <a:buChar char="•"/>
                <a:defRPr/>
              </a:pPr>
              <a:r>
                <a:rPr lang="ko-KR" altLang="en-US">
                  <a:solidFill>
                    <a:schemeClr val="bg2">
                      <a:lumMod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교수자</a:t>
              </a:r>
              <a:r>
                <a:rPr lang="en-US" altLang="ko-KR">
                  <a:solidFill>
                    <a:schemeClr val="bg2">
                      <a:lumMod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 </a:t>
              </a:r>
              <a:r>
                <a:rPr lang="ko-KR" altLang="en-US">
                  <a:solidFill>
                    <a:schemeClr val="bg2">
                      <a:lumMod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출석</a:t>
              </a:r>
              <a:r>
                <a:rPr lang="en-US" altLang="ko-KR">
                  <a:solidFill>
                    <a:schemeClr val="bg2">
                      <a:lumMod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 </a:t>
              </a:r>
              <a:r>
                <a:rPr lang="ko-KR" altLang="en-US">
                  <a:solidFill>
                    <a:schemeClr val="bg2">
                      <a:lumMod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절차와</a:t>
              </a:r>
              <a:r>
                <a:rPr lang="en-US" altLang="ko-KR">
                  <a:solidFill>
                    <a:schemeClr val="bg2">
                      <a:lumMod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 </a:t>
              </a:r>
              <a:r>
                <a:rPr lang="ko-KR" altLang="en-US">
                  <a:solidFill>
                    <a:schemeClr val="bg2">
                      <a:lumMod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학교</a:t>
              </a:r>
              <a:r>
                <a:rPr lang="en-US" altLang="ko-KR">
                  <a:solidFill>
                    <a:schemeClr val="bg2">
                      <a:lumMod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 </a:t>
              </a:r>
              <a:r>
                <a:rPr lang="ko-KR" altLang="en-US">
                  <a:solidFill>
                    <a:schemeClr val="bg2">
                      <a:lumMod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행정</a:t>
              </a:r>
              <a:r>
                <a:rPr lang="en-US" altLang="ko-KR">
                  <a:solidFill>
                    <a:schemeClr val="bg2">
                      <a:lumMod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 </a:t>
              </a:r>
              <a:r>
                <a:rPr lang="ko-KR" altLang="en-US">
                  <a:solidFill>
                    <a:schemeClr val="bg2">
                      <a:lumMod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흐름이 연결될</a:t>
              </a:r>
              <a:r>
                <a:rPr lang="en-US" altLang="ko-KR">
                  <a:solidFill>
                    <a:schemeClr val="bg2">
                      <a:lumMod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 </a:t>
              </a:r>
              <a:r>
                <a:rPr lang="ko-KR" altLang="en-US">
                  <a:solidFill>
                    <a:schemeClr val="bg2">
                      <a:lumMod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수</a:t>
              </a:r>
              <a:r>
                <a:rPr lang="en-US" altLang="ko-KR">
                  <a:solidFill>
                    <a:schemeClr val="bg2">
                      <a:lumMod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 </a:t>
              </a:r>
              <a:r>
                <a:rPr lang="ko-KR" altLang="en-US">
                  <a:solidFill>
                    <a:schemeClr val="bg2">
                      <a:lumMod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있도록</a:t>
              </a:r>
              <a:r>
                <a:rPr lang="en-US" altLang="ko-KR">
                  <a:solidFill>
                    <a:schemeClr val="bg2">
                      <a:lumMod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 </a:t>
              </a:r>
              <a:r>
                <a:rPr lang="ko-KR" altLang="en-US">
                  <a:solidFill>
                    <a:schemeClr val="bg2">
                      <a:lumMod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데이터</a:t>
              </a:r>
              <a:r>
                <a:rPr lang="en-US" altLang="ko-KR">
                  <a:solidFill>
                    <a:schemeClr val="bg2">
                      <a:lumMod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 </a:t>
              </a:r>
              <a:r>
                <a:rPr lang="ko-KR" altLang="en-US">
                  <a:solidFill>
                    <a:schemeClr val="bg2">
                      <a:lumMod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항목과</a:t>
              </a:r>
              <a:r>
                <a:rPr lang="en-US" altLang="ko-KR">
                  <a:solidFill>
                    <a:schemeClr val="bg2">
                      <a:lumMod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 </a:t>
              </a:r>
              <a:r>
                <a:rPr lang="ko-KR" altLang="en-US">
                  <a:solidFill>
                    <a:schemeClr val="bg2">
                      <a:lumMod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역할을 정리합니다</a:t>
              </a:r>
              <a:r>
                <a:rPr lang="en-US" altLang="ko-KR">
                  <a:solidFill>
                    <a:schemeClr val="bg2">
                      <a:lumMod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.</a:t>
              </a:r>
              <a:endParaRPr lang="ko-KR" altLang="en-US">
                <a:solidFill>
                  <a:schemeClr val="bg2">
                    <a:lumMod val="25000"/>
                  </a:schemeClr>
                </a:solidFill>
                <a:latin typeface="Pretendard Variable"/>
                <a:ea typeface="Pretendard Variable"/>
                <a:cs typeface="+mn-cs"/>
              </a:endParaRPr>
            </a:p>
          </p:txBody>
        </p:sp>
        <p:cxnSp>
          <p:nvCxnSpPr>
            <p:cNvPr id="89" name="직선 연결선 88"/>
            <p:cNvCxnSpPr/>
            <p:nvPr/>
          </p:nvCxnSpPr>
          <p:spPr>
            <a:xfrm>
              <a:off x="6337297" y="1181100"/>
              <a:ext cx="4251325" cy="12700"/>
            </a:xfrm>
            <a:prstGeom prst="line">
              <a:avLst/>
            </a:prstGeom>
            <a:ln>
              <a:solidFill>
                <a:srgbClr val="1F37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연결선 89"/>
            <p:cNvCxnSpPr/>
            <p:nvPr/>
          </p:nvCxnSpPr>
          <p:spPr>
            <a:xfrm>
              <a:off x="6337297" y="3429000"/>
              <a:ext cx="4251325" cy="12700"/>
            </a:xfrm>
            <a:prstGeom prst="line">
              <a:avLst/>
            </a:prstGeom>
            <a:ln>
              <a:solidFill>
                <a:srgbClr val="1F37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" name="TextBox 91"/>
          <p:cNvSpPr txBox="1"/>
          <p:nvPr/>
        </p:nvSpPr>
        <p:spPr>
          <a:xfrm>
            <a:off x="779585" y="2628900"/>
            <a:ext cx="15984413" cy="3524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>
              <a:lnSpc>
                <a:spcPct val="116199"/>
              </a:lnSpc>
              <a:buClr>
                <a:srgbClr val="8B8B8B"/>
              </a:buClr>
              <a:defRPr/>
            </a:pPr>
            <a:r>
              <a:rPr lang="ko-KR" altLang="en-US" sz="2000">
                <a:solidFill>
                  <a:schemeClr val="bg2">
                    <a:lumMod val="25000"/>
                  </a:schemeClr>
                </a:solidFill>
                <a:latin typeface="Pretendard Variable"/>
                <a:ea typeface="Pretendard Variable"/>
                <a:cs typeface="+mn-cs"/>
              </a:rPr>
              <a:t>기말고사까지의 개발 기간 동안 해당 항목들의 완료를 목표로 합니다</a:t>
            </a:r>
            <a:r>
              <a:rPr lang="en-US" altLang="ko-KR" sz="2000">
                <a:solidFill>
                  <a:schemeClr val="bg2">
                    <a:lumMod val="25000"/>
                  </a:schemeClr>
                </a:solidFill>
                <a:latin typeface="Pretendard Variable"/>
                <a:ea typeface="Pretendard Variable"/>
                <a:cs typeface="+mn-cs"/>
              </a:rPr>
              <a:t>.</a:t>
            </a:r>
          </a:p>
        </p:txBody>
      </p:sp>
      <p:grpSp>
        <p:nvGrpSpPr>
          <p:cNvPr id="111" name="그룹 1"/>
          <p:cNvGrpSpPr/>
          <p:nvPr/>
        </p:nvGrpSpPr>
        <p:grpSpPr>
          <a:xfrm>
            <a:off x="3902073" y="6311899"/>
            <a:ext cx="4251327" cy="2260600"/>
            <a:chOff x="6337297" y="1181100"/>
            <a:chExt cx="4251327" cy="2260600"/>
          </a:xfrm>
        </p:grpSpPr>
        <p:sp>
          <p:nvSpPr>
            <p:cNvPr id="112" name="직사각형 2"/>
            <p:cNvSpPr/>
            <p:nvPr/>
          </p:nvSpPr>
          <p:spPr>
            <a:xfrm>
              <a:off x="6337297" y="1181100"/>
              <a:ext cx="4251325" cy="6731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13" name="TextBox 31"/>
            <p:cNvSpPr txBox="1"/>
            <p:nvPr/>
          </p:nvSpPr>
          <p:spPr>
            <a:xfrm>
              <a:off x="6337299" y="1257300"/>
              <a:ext cx="4251325" cy="533400"/>
            </a:xfrm>
            <a:prstGeom prst="rect">
              <a:avLst/>
            </a:prstGeom>
          </p:spPr>
          <p:txBody>
            <a:bodyPr lIns="0" tIns="0" rIns="0" bIns="0" anchor="ctr"/>
            <a:lstStyle/>
            <a:p>
              <a:pPr lvl="0" algn="ctr">
                <a:lnSpc>
                  <a:spcPct val="99600"/>
                </a:lnSpc>
                <a:defRPr/>
              </a:pPr>
              <a:r>
                <a:rPr lang="ko-KR" altLang="en-US" sz="2000" b="0" i="0" u="none" strike="noStrike">
                  <a:solidFill>
                    <a:srgbClr val="1F375D"/>
                  </a:solidFill>
                  <a:latin typeface="Pretendard Variable"/>
                  <a:ea typeface="Pretendard Variable"/>
                  <a:cs typeface="+mn-cs"/>
                </a:rPr>
                <a:t>기능별 테스트 통합 검증</a:t>
              </a:r>
              <a:endParaRPr lang="ko-KR" sz="2000" b="0" i="0" u="none" strike="noStrike">
                <a:solidFill>
                  <a:srgbClr val="1F375D"/>
                </a:solidFill>
                <a:latin typeface="Pretendard Variable"/>
                <a:ea typeface="Pretendard Variable"/>
                <a:cs typeface="+mn-cs"/>
              </a:endParaRPr>
            </a:p>
          </p:txBody>
        </p:sp>
        <p:sp>
          <p:nvSpPr>
            <p:cNvPr id="114" name="TextBox 30"/>
            <p:cNvSpPr txBox="1"/>
            <p:nvPr/>
          </p:nvSpPr>
          <p:spPr>
            <a:xfrm>
              <a:off x="6337298" y="1990725"/>
              <a:ext cx="4251326" cy="1066800"/>
            </a:xfrm>
            <a:prstGeom prst="rect">
              <a:avLst/>
            </a:prstGeom>
          </p:spPr>
          <p:txBody>
            <a:bodyPr lIns="0" tIns="0" rIns="0" bIns="0" anchor="t"/>
            <a:lstStyle/>
            <a:p>
              <a:pPr marL="342900" indent="-342900">
                <a:lnSpc>
                  <a:spcPct val="99600"/>
                </a:lnSpc>
                <a:buClr>
                  <a:srgbClr val="8B8B8B"/>
                </a:buClr>
                <a:buFont typeface="Arial"/>
                <a:buChar char="•"/>
                <a:defRPr/>
              </a:pPr>
              <a:r>
                <a:rPr lang="ko-KR" altLang="en-US">
                  <a:solidFill>
                    <a:schemeClr val="bg2">
                      <a:lumMod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정상 출석</a:t>
              </a:r>
              <a:r>
                <a:rPr lang="en-US" altLang="ko-KR">
                  <a:solidFill>
                    <a:schemeClr val="bg2">
                      <a:lumMod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, </a:t>
              </a:r>
              <a:r>
                <a:rPr lang="ko-KR" altLang="en-US">
                  <a:solidFill>
                    <a:schemeClr val="bg2">
                      <a:lumMod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미등록 단말</a:t>
              </a:r>
              <a:r>
                <a:rPr lang="en-US" altLang="ko-KR">
                  <a:solidFill>
                    <a:schemeClr val="bg2">
                      <a:lumMod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, </a:t>
              </a:r>
              <a:r>
                <a:rPr lang="ko-KR" altLang="en-US">
                  <a:solidFill>
                    <a:schemeClr val="bg2">
                      <a:lumMod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비정상 접속 등 다양한 시나리오를 반복 검증합니다</a:t>
              </a:r>
              <a:r>
                <a:rPr lang="en-US" altLang="ko-KR">
                  <a:solidFill>
                    <a:schemeClr val="bg2">
                      <a:lumMod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.</a:t>
              </a:r>
              <a:endParaRPr lang="ko-KR" altLang="en-US">
                <a:solidFill>
                  <a:schemeClr val="bg2">
                    <a:lumMod val="25000"/>
                  </a:schemeClr>
                </a:solidFill>
                <a:latin typeface="Pretendard Variable"/>
                <a:ea typeface="Pretendard Variable"/>
                <a:cs typeface="+mn-cs"/>
              </a:endParaRPr>
            </a:p>
          </p:txBody>
        </p:sp>
        <p:cxnSp>
          <p:nvCxnSpPr>
            <p:cNvPr id="115" name="직선 연결선 5"/>
            <p:cNvCxnSpPr/>
            <p:nvPr/>
          </p:nvCxnSpPr>
          <p:spPr>
            <a:xfrm>
              <a:off x="6337297" y="1181100"/>
              <a:ext cx="4251325" cy="12700"/>
            </a:xfrm>
            <a:prstGeom prst="line">
              <a:avLst/>
            </a:prstGeom>
            <a:ln>
              <a:solidFill>
                <a:srgbClr val="1F37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직선 연결선 6"/>
            <p:cNvCxnSpPr/>
            <p:nvPr/>
          </p:nvCxnSpPr>
          <p:spPr>
            <a:xfrm>
              <a:off x="6337297" y="3429000"/>
              <a:ext cx="4251325" cy="12700"/>
            </a:xfrm>
            <a:prstGeom prst="line">
              <a:avLst/>
            </a:prstGeom>
            <a:ln>
              <a:solidFill>
                <a:srgbClr val="1F37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7" name="그룹 13"/>
          <p:cNvGrpSpPr/>
          <p:nvPr/>
        </p:nvGrpSpPr>
        <p:grpSpPr>
          <a:xfrm>
            <a:off x="10058400" y="6311900"/>
            <a:ext cx="4251327" cy="2260600"/>
            <a:chOff x="6337297" y="1181100"/>
            <a:chExt cx="4251327" cy="2260600"/>
          </a:xfrm>
        </p:grpSpPr>
        <p:sp>
          <p:nvSpPr>
            <p:cNvPr id="118" name="직사각형 14"/>
            <p:cNvSpPr/>
            <p:nvPr/>
          </p:nvSpPr>
          <p:spPr>
            <a:xfrm>
              <a:off x="6337297" y="1181100"/>
              <a:ext cx="4251325" cy="6731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19" name="TextBox 31"/>
            <p:cNvSpPr txBox="1"/>
            <p:nvPr/>
          </p:nvSpPr>
          <p:spPr>
            <a:xfrm>
              <a:off x="6337299" y="1257300"/>
              <a:ext cx="4251325" cy="533400"/>
            </a:xfrm>
            <a:prstGeom prst="rect">
              <a:avLst/>
            </a:prstGeom>
          </p:spPr>
          <p:txBody>
            <a:bodyPr lIns="0" tIns="0" rIns="0" bIns="0" anchor="ctr"/>
            <a:lstStyle/>
            <a:p>
              <a:pPr lvl="0" algn="ctr">
                <a:lnSpc>
                  <a:spcPct val="99600"/>
                </a:lnSpc>
                <a:defRPr/>
              </a:pPr>
              <a:r>
                <a:rPr lang="ko-KR" altLang="en-US" sz="2000" b="0" i="0" u="none" strike="noStrike">
                  <a:solidFill>
                    <a:srgbClr val="1F375D"/>
                  </a:solidFill>
                  <a:latin typeface="Pretendard Variable"/>
                  <a:ea typeface="Pretendard Variable"/>
                  <a:cs typeface="+mn-cs"/>
                </a:rPr>
                <a:t>성과 자료화</a:t>
              </a:r>
              <a:endParaRPr lang="ko-KR" sz="2000" b="0" i="0" u="none" strike="noStrike">
                <a:solidFill>
                  <a:srgbClr val="1F375D"/>
                </a:solidFill>
                <a:latin typeface="Pretendard Variable"/>
                <a:ea typeface="Pretendard Variable"/>
                <a:cs typeface="+mn-cs"/>
              </a:endParaRPr>
            </a:p>
          </p:txBody>
        </p:sp>
        <p:sp>
          <p:nvSpPr>
            <p:cNvPr id="120" name="TextBox 30"/>
            <p:cNvSpPr txBox="1"/>
            <p:nvPr/>
          </p:nvSpPr>
          <p:spPr>
            <a:xfrm>
              <a:off x="6337298" y="1990725"/>
              <a:ext cx="4251326" cy="1066800"/>
            </a:xfrm>
            <a:prstGeom prst="rect">
              <a:avLst/>
            </a:prstGeom>
          </p:spPr>
          <p:txBody>
            <a:bodyPr lIns="0" tIns="0" rIns="0" bIns="0" anchor="t"/>
            <a:lstStyle/>
            <a:p>
              <a:pPr marL="342900" indent="-342900">
                <a:lnSpc>
                  <a:spcPct val="99600"/>
                </a:lnSpc>
                <a:buClr>
                  <a:srgbClr val="8B8B8B"/>
                </a:buClr>
                <a:buFont typeface="Arial"/>
                <a:buChar char="•"/>
                <a:defRPr/>
              </a:pPr>
              <a:r>
                <a:rPr lang="ko-KR" altLang="en-US">
                  <a:solidFill>
                    <a:schemeClr val="bg2">
                      <a:lumMod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구현 결과를 시연 가능한 형태로 정리하고 문서화 합니다</a:t>
              </a:r>
              <a:r>
                <a:rPr lang="en-US" altLang="ko-KR">
                  <a:solidFill>
                    <a:schemeClr val="bg2">
                      <a:lumMod val="25000"/>
                    </a:schemeClr>
                  </a:solidFill>
                  <a:latin typeface="Pretendard Variable"/>
                  <a:ea typeface="Pretendard Variable"/>
                  <a:cs typeface="+mn-cs"/>
                </a:rPr>
                <a:t>.</a:t>
              </a:r>
            </a:p>
          </p:txBody>
        </p:sp>
        <p:cxnSp>
          <p:nvCxnSpPr>
            <p:cNvPr id="121" name="직선 연결선 17"/>
            <p:cNvCxnSpPr/>
            <p:nvPr/>
          </p:nvCxnSpPr>
          <p:spPr>
            <a:xfrm>
              <a:off x="6337297" y="1181100"/>
              <a:ext cx="4251325" cy="12700"/>
            </a:xfrm>
            <a:prstGeom prst="line">
              <a:avLst/>
            </a:prstGeom>
            <a:ln>
              <a:solidFill>
                <a:srgbClr val="1F37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직선 연결선 18"/>
            <p:cNvCxnSpPr/>
            <p:nvPr/>
          </p:nvCxnSpPr>
          <p:spPr>
            <a:xfrm>
              <a:off x="6337297" y="3429000"/>
              <a:ext cx="4251325" cy="12700"/>
            </a:xfrm>
            <a:prstGeom prst="line">
              <a:avLst/>
            </a:prstGeom>
            <a:ln>
              <a:solidFill>
                <a:srgbClr val="1F375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C955537-D991-AACF-CC9C-19BD6EFCD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B69289-A4EE-DA3D-F9D3-A26947AD0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5DB11-7331-4A71-B882-1AEAEEE59EE0}" type="slidenum">
              <a:rPr lang="ko-KR" altLang="en-US" smtClean="0"/>
              <a:pPr/>
              <a:t>38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>
                <a:cs typeface="Pretendard Variable"/>
              </a:rPr>
              <a:t>08 Q&amp;A</a:t>
            </a:r>
            <a:endParaRPr lang="ko-KR" altLang="en-US" dirty="0">
              <a:cs typeface="Pretendard Variable"/>
            </a:endParaRPr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57E3D3F1-84B1-6B54-B1C1-76776B579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8C33E99-5943-9194-7099-0AC08310D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28A6-690D-4FFC-8B6B-22EB395B72EA}" type="slidenum">
              <a:rPr lang="ko-KR" altLang="en-US" smtClean="0"/>
              <a:pPr/>
              <a:t>39</a:t>
            </a:fld>
            <a:r>
              <a:rPr lang="ko-KR" altLang="en-US"/>
              <a:t> </a:t>
            </a:r>
            <a:r>
              <a:rPr lang="en-US" altLang="ko-KR"/>
              <a:t>/40</a:t>
            </a:r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CFC84-5C58-3AE3-E7A4-C0074F4E7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4E2B0E85-C907-6484-0A5B-8AAEA0512E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293100" cy="10287000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5CD7F0EF-F03B-E433-6DB5-2B39673F4032}"/>
              </a:ext>
            </a:extLst>
          </p:cNvPr>
          <p:cNvSpPr txBox="1"/>
          <p:nvPr/>
        </p:nvSpPr>
        <p:spPr>
          <a:xfrm>
            <a:off x="1358900" y="7531100"/>
            <a:ext cx="7581900" cy="160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9000" b="0" i="0" u="none" strike="noStrike" dirty="0">
                <a:solidFill>
                  <a:srgbClr val="FFFFFF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감사합니다</a:t>
            </a:r>
            <a:r>
              <a:rPr lang="en-US" sz="9000" b="0" i="0" u="none" strike="noStrike" dirty="0">
                <a:solidFill>
                  <a:srgbClr val="FFFFFF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</a:t>
            </a:r>
          </a:p>
        </p:txBody>
      </p:sp>
      <p:sp>
        <p:nvSpPr>
          <p:cNvPr id="2" name="바닥글 개체 틀 1">
            <a:extLst>
              <a:ext uri="{FF2B5EF4-FFF2-40B4-BE49-F238E27FC236}">
                <a16:creationId xmlns:a16="http://schemas.microsoft.com/office/drawing/2014/main" id="{2E73605C-6679-99ED-6789-C6050A075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스마트클래스 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- 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강의실영역전개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(4</a:t>
            </a:r>
            <a:r>
              <a:rPr lang="ko-KR" altLang="en-US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조</a:t>
            </a:r>
            <a:r>
              <a:rPr lang="en-US" altLang="ko-KR">
                <a:latin typeface="Pretendard Variable" panose="02000003000000020004" pitchFamily="2" charset="-127"/>
                <a:ea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495EFAE-84AE-1A82-461F-D9A40E3D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328A6-690D-4FFC-8B6B-22EB395B72EA}" type="slidenum">
              <a:rPr lang="ko-KR" altLang="en-US" smtClean="0"/>
              <a:pPr/>
              <a:t>40</a:t>
            </a:fld>
            <a:r>
              <a:rPr lang="en-US" altLang="ko-KR"/>
              <a:t> /40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5181746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2147483647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147483647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lIns="0" tIns="0" rIns="0" bIns="0" rtlCol="0" anchor="ctr"/>
      <a:lstStyle>
        <a:defPPr algn="l">
          <a:lnSpc>
            <a:spcPct val="99600"/>
          </a:lnSpc>
          <a:defRPr sz="2300" b="0" i="0" u="none" strike="noStrike" dirty="0" smtClean="0">
            <a:solidFill>
              <a:srgbClr val="FFFFFF"/>
            </a:solidFill>
            <a:ea typeface="Pretendard Regular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2147483647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147483647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</TotalTime>
  <Words>2382</Words>
  <Application>Microsoft Office PowerPoint</Application>
  <PresentationFormat>사용자 지정</PresentationFormat>
  <Paragraphs>471</Paragraphs>
  <Slides>40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7" baseType="lpstr">
      <vt:lpstr>Pretendard</vt:lpstr>
      <vt:lpstr>Pretendard Regular</vt:lpstr>
      <vt:lpstr>Pretendard SemiBold</vt:lpstr>
      <vt:lpstr>Pretendard Variable</vt:lpstr>
      <vt:lpstr>Arial</vt:lpstr>
      <vt:lpstr>Wingdings</vt:lpstr>
      <vt:lpstr>디자인 사용자 지정</vt:lpstr>
      <vt:lpstr>Wi-Fi 기반 위치 판별과 디바이스 인증을 결합한  공정한 스마트 클래스 서비스</vt:lpstr>
      <vt:lpstr>PowerPoint 프레젠테이션</vt:lpstr>
      <vt:lpstr>팀 소개</vt:lpstr>
      <vt:lpstr>02 프로젝트 개요</vt:lpstr>
      <vt:lpstr>프로젝트 개요</vt:lpstr>
      <vt:lpstr>03 문제 정의</vt:lpstr>
      <vt:lpstr>문제 정의</vt:lpstr>
      <vt:lpstr>문제 정의</vt:lpstr>
      <vt:lpstr>04 프로젝트 목표</vt:lpstr>
      <vt:lpstr>프로젝트 목표</vt:lpstr>
      <vt:lpstr>Wi-Fi를 통한 인접성 파악</vt:lpstr>
      <vt:lpstr>05 사용자의 요구사항</vt:lpstr>
      <vt:lpstr>기존 기능 조사 - 학생</vt:lpstr>
      <vt:lpstr>기존 기능 조사 - 교수</vt:lpstr>
      <vt:lpstr>추가 요구사항 분석</vt:lpstr>
      <vt:lpstr>06 설계</vt:lpstr>
      <vt:lpstr>주요 기술 스택</vt:lpstr>
      <vt:lpstr>시스템 설계</vt:lpstr>
      <vt:lpstr>기능 우선순위</vt:lpstr>
      <vt:lpstr>07 진행 상황</vt:lpstr>
      <vt:lpstr>분류별 진행 상황</vt:lpstr>
      <vt:lpstr>진행 상황</vt:lpstr>
      <vt:lpstr>진행 상황</vt:lpstr>
      <vt:lpstr>진행 상황</vt:lpstr>
      <vt:lpstr>진행 상황</vt:lpstr>
      <vt:lpstr>진행 상황</vt:lpstr>
      <vt:lpstr>진행 상황</vt:lpstr>
      <vt:lpstr>진행 상황</vt:lpstr>
      <vt:lpstr>기능별 Sequence Diagram</vt:lpstr>
      <vt:lpstr>기능별 Sequence Diagram</vt:lpstr>
      <vt:lpstr>기능별 Sequence Diagram</vt:lpstr>
      <vt:lpstr>DB 진행상황</vt:lpstr>
      <vt:lpstr>DB 진행상황</vt:lpstr>
      <vt:lpstr>산출물 관리 상태 - Github</vt:lpstr>
      <vt:lpstr>산출물 관리 상태 - Docs</vt:lpstr>
      <vt:lpstr>산출물 관리 상태 - Notion</vt:lpstr>
      <vt:lpstr>08 향후 진행 방향</vt:lpstr>
      <vt:lpstr>향후 진행 방향</vt:lpstr>
      <vt:lpstr>08 Q&amp;A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김현석</dc:creator>
  <cp:lastModifiedBy>현석 김</cp:lastModifiedBy>
  <cp:revision>160</cp:revision>
  <dcterms:created xsi:type="dcterms:W3CDTF">2006-08-16T00:00:00Z</dcterms:created>
  <dcterms:modified xsi:type="dcterms:W3CDTF">2026-04-25T17:11:07Z</dcterms:modified>
  <cp:version>1000.0000.01</cp:version>
</cp:coreProperties>
</file>